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8" r:id="rId2"/>
    <p:sldId id="256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59" r:id="rId11"/>
    <p:sldId id="260" r:id="rId12"/>
  </p:sldIdLst>
  <p:sldSz cx="43891200" cy="21945600"/>
  <p:notesSz cx="9872663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  <a:srgbClr val="FE6C32"/>
    <a:srgbClr val="371B9D"/>
    <a:srgbClr val="E75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3563" autoAdjust="0"/>
  </p:normalViewPr>
  <p:slideViewPr>
    <p:cSldViewPr snapToGrid="0">
      <p:cViewPr varScale="1">
        <p:scale>
          <a:sx n="40" d="100"/>
          <a:sy n="40" d="100"/>
        </p:scale>
        <p:origin x="30" y="858"/>
      </p:cViewPr>
      <p:guideLst>
        <p:guide orient="horz" pos="6912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7200" cy="457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154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96" y="1"/>
            <a:ext cx="4278154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1F12-8C50-4F71-8459-CCC62155A1B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22550" y="857250"/>
            <a:ext cx="4627563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300414"/>
            <a:ext cx="789813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4"/>
            <a:ext cx="4278154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96" y="6513514"/>
            <a:ext cx="4278154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C84D4-79F5-4A43-8FE4-CFAA7195F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48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1pPr>
    <a:lvl2pPr marL="2644559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2pPr>
    <a:lvl3pPr marL="5289117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3pPr>
    <a:lvl4pPr marL="7933676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4pPr>
    <a:lvl5pPr marL="10578234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5pPr>
    <a:lvl6pPr marL="13222793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6pPr>
    <a:lvl7pPr marL="15867352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7pPr>
    <a:lvl8pPr marL="18511910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8pPr>
    <a:lvl9pPr marL="21156469" algn="l" defTabSz="5289117" rtl="0" eaLnBrk="1" latinLnBrk="0" hangingPunct="1">
      <a:defRPr sz="694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3591562"/>
            <a:ext cx="3291840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1526522"/>
            <a:ext cx="329184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80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5471163"/>
            <a:ext cx="3785616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4686283"/>
            <a:ext cx="3785616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79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5842000"/>
            <a:ext cx="1865376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5842000"/>
            <a:ext cx="18653760" cy="139242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1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168401"/>
            <a:ext cx="3785616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5379722"/>
            <a:ext cx="18568033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8016240"/>
            <a:ext cx="18568033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5379722"/>
            <a:ext cx="18659477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8016240"/>
            <a:ext cx="18659477" cy="117906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6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8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463040"/>
            <a:ext cx="14156053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159762"/>
            <a:ext cx="2221992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78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463040"/>
            <a:ext cx="14156053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159762"/>
            <a:ext cx="2221992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6583680"/>
            <a:ext cx="14156053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1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1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168400"/>
            <a:ext cx="946404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168400"/>
            <a:ext cx="27843480" cy="1859788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7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168401"/>
            <a:ext cx="3785616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5842000"/>
            <a:ext cx="3785616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D5168-2537-45D2-A161-BE4128959A4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0340322"/>
            <a:ext cx="1481328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0340322"/>
            <a:ext cx="98755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FA611-D472-4FB0-8752-0CA944280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5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Relationship Id="rId9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7" Type="http://schemas.openxmlformats.org/officeDocument/2006/relationships/image" Target="../media/image25.png"/><Relationship Id="rId2" Type="http://schemas.openxmlformats.org/officeDocument/2006/relationships/image" Target="../media/image10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01.png"/><Relationship Id="rId7" Type="http://schemas.openxmlformats.org/officeDocument/2006/relationships/image" Target="../media/image8.png"/><Relationship Id="rId2" Type="http://schemas.openxmlformats.org/officeDocument/2006/relationships/image" Target="../media/image10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2.png"/><Relationship Id="rId7" Type="http://schemas.openxmlformats.org/officeDocument/2006/relationships/image" Target="../media/image9.png"/><Relationship Id="rId2" Type="http://schemas.openxmlformats.org/officeDocument/2006/relationships/image" Target="../media/image10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03.png"/><Relationship Id="rId12" Type="http://schemas.openxmlformats.org/officeDocument/2006/relationships/image" Target="../media/image26.png"/><Relationship Id="rId2" Type="http://schemas.openxmlformats.org/officeDocument/2006/relationships/image" Target="../media/image100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04.png"/><Relationship Id="rId7" Type="http://schemas.openxmlformats.org/officeDocument/2006/relationships/image" Target="../media/image23.png"/><Relationship Id="rId2" Type="http://schemas.openxmlformats.org/officeDocument/2006/relationships/image" Target="../media/image10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1" Type="http://schemas.openxmlformats.org/officeDocument/2006/relationships/image" Target="../media/image37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16" Type="http://schemas.openxmlformats.org/officeDocument/2006/relationships/image" Target="../media/image33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1105.png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0235-F650-47A1-99BF-F99C493A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AOM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17BC3-6B5C-4322-910F-4CB75D4C9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3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2EE644-B0D3-4C48-B13B-503402C44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838" y="1727162"/>
            <a:ext cx="11634054" cy="1815719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9709DCF-F35B-44E8-9BC7-3375D0BE8801}"/>
              </a:ext>
            </a:extLst>
          </p:cNvPr>
          <p:cNvGrpSpPr/>
          <p:nvPr/>
        </p:nvGrpSpPr>
        <p:grpSpPr>
          <a:xfrm>
            <a:off x="20559827" y="1643520"/>
            <a:ext cx="2173135" cy="1047492"/>
            <a:chOff x="36426745" y="1307682"/>
            <a:chExt cx="2173135" cy="10474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F479EC-3649-4B0B-9925-A825D5EF6BCB}"/>
                </a:ext>
              </a:extLst>
            </p:cNvPr>
            <p:cNvSpPr/>
            <p:nvPr/>
          </p:nvSpPr>
          <p:spPr>
            <a:xfrm>
              <a:off x="36426745" y="2088664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" name="Rounded Rectangle 175">
              <a:extLst>
                <a:ext uri="{FF2B5EF4-FFF2-40B4-BE49-F238E27FC236}">
                  <a16:creationId xmlns:a16="http://schemas.microsoft.com/office/drawing/2014/main" id="{05CBC564-01D5-4D35-B008-67E840DC1DCF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425EE2-AD91-4F3B-9586-5B73CC219086}"/>
                    </a:ext>
                  </a:extLst>
                </p:cNvPr>
                <p:cNvSpPr txBox="1"/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BD999F8-B9BE-3FC2-03A7-1DF59FA46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9AC04E-E034-47E3-BB64-94B66044C4C8}"/>
                    </a:ext>
                  </a:extLst>
                </p:cNvPr>
                <p:cNvSpPr txBox="1"/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7DD1F3B-8FD5-58DC-B552-AADFFB2A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5D6BE35-FF5C-4BE0-93FB-48D45DB29CCD}"/>
              </a:ext>
            </a:extLst>
          </p:cNvPr>
          <p:cNvSpPr txBox="1"/>
          <p:nvPr/>
        </p:nvSpPr>
        <p:spPr>
          <a:xfrm>
            <a:off x="21951193" y="3013146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Beam dump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F484E-E1B6-41C1-97B4-0A78A01A2CF1}"/>
              </a:ext>
            </a:extLst>
          </p:cNvPr>
          <p:cNvSpPr txBox="1"/>
          <p:nvPr/>
        </p:nvSpPr>
        <p:spPr>
          <a:xfrm>
            <a:off x="22083200" y="420467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PBS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4511E1-5049-40FB-B3BF-89CA0BE7BFC8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540006" y="6667838"/>
            <a:ext cx="946187" cy="604732"/>
            <a:chOff x="7039330" y="13503713"/>
            <a:chExt cx="1296295" cy="83407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982310-E83C-47F5-A3B3-F5937B6776D0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F44B7F-5C5C-4453-A45D-205277E875DD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95052B5-090E-475D-BB83-5EA8D7EA9B2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D76EA00-CA5E-48EB-A093-3B49CAD757EC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8D94E38-7490-48D2-AE1E-7DDC93098D7F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79C85A-A622-4CC5-AF32-703FCA7ADFC0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6C63413-70FF-4107-B2BD-DF163ABE03A7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092FD62-472B-4F8F-B0CF-326A9FF3D862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6F70F7C-BE53-4347-B518-D842917BCDBC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1E92BAE-5153-4F42-BD9D-C56074E972B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2E310F-A1D2-484B-ADE6-D6A98D2A423D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B63985-903A-4E09-9BCB-2A5EE9F87736}"/>
              </a:ext>
            </a:extLst>
          </p:cNvPr>
          <p:cNvSpPr txBox="1"/>
          <p:nvPr/>
        </p:nvSpPr>
        <p:spPr>
          <a:xfrm>
            <a:off x="21793640" y="665218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0.5/1</a:t>
            </a:r>
            <a:r>
              <a:rPr lang="en-US" sz="2800" dirty="0"/>
              <a:t>inch Mirror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99C1A5-E207-498A-B1B1-5442784B3A16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189052" y="7923590"/>
            <a:ext cx="1630731" cy="1042241"/>
            <a:chOff x="7039330" y="13503713"/>
            <a:chExt cx="1296295" cy="83407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2FA566-8EED-4048-A06E-C5A5065644CA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89C574-EA72-4CD1-A9AC-A623A8672E17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6ADFA96-0D14-4C2A-82A2-28614DC7FFF2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DC2C32-AB9F-4F6D-B644-8DE659EC6310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E171AC-1521-4AF9-B7EF-753D2838ABAD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76ACE28-4892-49B5-B505-77618C9AE19C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010B6B-F4A6-4950-B92A-009809BFDE55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9636F01-DE7A-49EE-AD98-26446A6B1C66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1F57233-98F5-479F-9435-557E51394528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9E42317-AA42-4C15-88DC-40C424D3213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8DD850F-EB3B-4FB6-BB70-B2CAEA2142EF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359290-4A44-40EF-9474-8178C235D03F}"/>
              </a:ext>
            </a:extLst>
          </p:cNvPr>
          <p:cNvSpPr txBox="1"/>
          <p:nvPr/>
        </p:nvSpPr>
        <p:spPr>
          <a:xfrm>
            <a:off x="21827930" y="776851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</a:t>
            </a:r>
            <a:r>
              <a:rPr lang="en-US" sz="2800" dirty="0"/>
              <a:t>2 inch Mirror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A2E88-B19F-4A5D-9764-257F78B4288C}"/>
              </a:ext>
            </a:extLst>
          </p:cNvPr>
          <p:cNvSpPr txBox="1"/>
          <p:nvPr/>
        </p:nvSpPr>
        <p:spPr>
          <a:xfrm>
            <a:off x="22616600" y="519781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9FC36C-2BE1-4CD7-883A-6A383B803FBF}"/>
              </a:ext>
            </a:extLst>
          </p:cNvPr>
          <p:cNvGrpSpPr>
            <a:grpSpLocks noChangeAspect="1"/>
          </p:cNvGrpSpPr>
          <p:nvPr/>
        </p:nvGrpSpPr>
        <p:grpSpPr>
          <a:xfrm>
            <a:off x="20691426" y="5127614"/>
            <a:ext cx="893745" cy="808015"/>
            <a:chOff x="10449840" y="13716000"/>
            <a:chExt cx="415805" cy="3759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07D29F-66FA-47E5-865F-5A7627C5BB2C}"/>
                </a:ext>
              </a:extLst>
            </p:cNvPr>
            <p:cNvSpPr/>
            <p:nvPr/>
          </p:nvSpPr>
          <p:spPr>
            <a:xfrm>
              <a:off x="10449840" y="13716000"/>
              <a:ext cx="415805" cy="3759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7000"/>
              </a:schemeClr>
            </a:solidFill>
            <a:ln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1B4672C-1847-49E0-A6D1-BCB93C2B5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1584" y="13717547"/>
              <a:ext cx="401955" cy="371475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AF93460-0C3F-4326-8893-4131BF6D8EF3}"/>
              </a:ext>
            </a:extLst>
          </p:cNvPr>
          <p:cNvSpPr/>
          <p:nvPr/>
        </p:nvSpPr>
        <p:spPr>
          <a:xfrm>
            <a:off x="20842365" y="9623414"/>
            <a:ext cx="243840" cy="1173480"/>
          </a:xfrm>
          <a:prstGeom prst="roundRect">
            <a:avLst/>
          </a:prstGeom>
          <a:solidFill>
            <a:srgbClr val="371B9D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B7926-AF94-4CFE-B39A-1F1258C7CC9E}"/>
              </a:ext>
            </a:extLst>
          </p:cNvPr>
          <p:cNvSpPr txBox="1"/>
          <p:nvPr/>
        </p:nvSpPr>
        <p:spPr>
          <a:xfrm>
            <a:off x="21874592" y="9879167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Filter for 795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B3D134-CDE4-4336-9469-EE76C30A2AF6}"/>
              </a:ext>
            </a:extLst>
          </p:cNvPr>
          <p:cNvGrpSpPr/>
          <p:nvPr/>
        </p:nvGrpSpPr>
        <p:grpSpPr>
          <a:xfrm>
            <a:off x="20696916" y="3019128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" name="Rounded Rectangle 539">
              <a:extLst>
                <a:ext uri="{FF2B5EF4-FFF2-40B4-BE49-F238E27FC236}">
                  <a16:creationId xmlns:a16="http://schemas.microsoft.com/office/drawing/2014/main" id="{9CDD6E34-2E3B-4A8A-941F-08128BE8B4FD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6" name="Rounded Rectangle 540">
              <a:extLst>
                <a:ext uri="{FF2B5EF4-FFF2-40B4-BE49-F238E27FC236}">
                  <a16:creationId xmlns:a16="http://schemas.microsoft.com/office/drawing/2014/main" id="{5BCA7915-CFEE-43D1-8929-472687EF63F9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7" name="Rounded Rectangle 541">
              <a:extLst>
                <a:ext uri="{FF2B5EF4-FFF2-40B4-BE49-F238E27FC236}">
                  <a16:creationId xmlns:a16="http://schemas.microsoft.com/office/drawing/2014/main" id="{21E50B2E-4593-4C1E-A110-EFA550C25F68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5872CAC-20BA-4DA8-9A49-5ABA40C85803}"/>
              </a:ext>
            </a:extLst>
          </p:cNvPr>
          <p:cNvSpPr txBox="1"/>
          <p:nvPr/>
        </p:nvSpPr>
        <p:spPr>
          <a:xfrm>
            <a:off x="21783152" y="129367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Lens</a:t>
            </a:r>
          </a:p>
        </p:txBody>
      </p:sp>
      <p:sp>
        <p:nvSpPr>
          <p:cNvPr id="49" name="Chord 48">
            <a:extLst>
              <a:ext uri="{FF2B5EF4-FFF2-40B4-BE49-F238E27FC236}">
                <a16:creationId xmlns:a16="http://schemas.microsoft.com/office/drawing/2014/main" id="{9BE23323-7187-42A7-B2A7-831521864674}"/>
              </a:ext>
            </a:extLst>
          </p:cNvPr>
          <p:cNvSpPr>
            <a:spLocks noChangeAspect="1"/>
          </p:cNvSpPr>
          <p:nvPr/>
        </p:nvSpPr>
        <p:spPr>
          <a:xfrm rot="18954449">
            <a:off x="20891635" y="12594235"/>
            <a:ext cx="1595152" cy="1595152"/>
          </a:xfrm>
          <a:prstGeom prst="chord">
            <a:avLst>
              <a:gd name="adj1" fmla="val 10380880"/>
              <a:gd name="adj2" fmla="val 16200000"/>
            </a:avLst>
          </a:prstGeom>
          <a:solidFill>
            <a:schemeClr val="accent4">
              <a:lumMod val="75000"/>
              <a:alpha val="4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B4E90E-0659-444D-B024-2F1C9FAB101F}"/>
              </a:ext>
            </a:extLst>
          </p:cNvPr>
          <p:cNvGrpSpPr>
            <a:grpSpLocks noChangeAspect="1"/>
          </p:cNvGrpSpPr>
          <p:nvPr/>
        </p:nvGrpSpPr>
        <p:grpSpPr>
          <a:xfrm>
            <a:off x="20367398" y="14595426"/>
            <a:ext cx="1597055" cy="1662589"/>
            <a:chOff x="15614409" y="10984620"/>
            <a:chExt cx="1597055" cy="166258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4DA335-E7D5-40BE-9FD1-13AD442D7BAF}"/>
                </a:ext>
              </a:extLst>
            </p:cNvPr>
            <p:cNvCxnSpPr/>
            <p:nvPr/>
          </p:nvCxnSpPr>
          <p:spPr>
            <a:xfrm>
              <a:off x="15819120" y="1132840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FDD0FCF-A0D0-488E-B8E0-CCEC2777D3AA}"/>
                </a:ext>
              </a:extLst>
            </p:cNvPr>
            <p:cNvCxnSpPr/>
            <p:nvPr/>
          </p:nvCxnSpPr>
          <p:spPr>
            <a:xfrm>
              <a:off x="17003776" y="1131824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hord 52">
              <a:extLst>
                <a:ext uri="{FF2B5EF4-FFF2-40B4-BE49-F238E27FC236}">
                  <a16:creationId xmlns:a16="http://schemas.microsoft.com/office/drawing/2014/main" id="{A0E83237-D444-42A5-888C-3CC4327022BA}"/>
                </a:ext>
              </a:extLst>
            </p:cNvPr>
            <p:cNvSpPr>
              <a:spLocks noChangeAspect="1"/>
            </p:cNvSpPr>
            <p:nvPr/>
          </p:nvSpPr>
          <p:spPr>
            <a:xfrm rot="2893358">
              <a:off x="15616312" y="11052057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hord 53">
              <a:extLst>
                <a:ext uri="{FF2B5EF4-FFF2-40B4-BE49-F238E27FC236}">
                  <a16:creationId xmlns:a16="http://schemas.microsoft.com/office/drawing/2014/main" id="{B1050186-8E11-496B-B1A3-434EB3ADC2B6}"/>
                </a:ext>
              </a:extLst>
            </p:cNvPr>
            <p:cNvSpPr>
              <a:spLocks noChangeAspect="1"/>
            </p:cNvSpPr>
            <p:nvPr/>
          </p:nvSpPr>
          <p:spPr>
            <a:xfrm rot="13677858">
              <a:off x="15614409" y="10984620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C4CDCAA-A836-4C9E-971C-4375A4194FE2}"/>
              </a:ext>
            </a:extLst>
          </p:cNvPr>
          <p:cNvSpPr txBox="1"/>
          <p:nvPr/>
        </p:nvSpPr>
        <p:spPr>
          <a:xfrm>
            <a:off x="22133672" y="1515675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Telescope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78996C-512A-42B2-B817-FEEF6D989188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20996236" y="16609604"/>
            <a:ext cx="336616" cy="2268499"/>
            <a:chOff x="19674840" y="17815560"/>
            <a:chExt cx="350520" cy="23622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96C667C-7518-435A-AAAE-7FE8BC20291F}"/>
                </a:ext>
              </a:extLst>
            </p:cNvPr>
            <p:cNvGrpSpPr/>
            <p:nvPr/>
          </p:nvGrpSpPr>
          <p:grpSpPr>
            <a:xfrm>
              <a:off x="19674840" y="17815560"/>
              <a:ext cx="350520" cy="2362200"/>
              <a:chOff x="19674840" y="17815560"/>
              <a:chExt cx="350520" cy="23622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9C1FAB-0A24-4579-9F2D-96B3E691A384}"/>
                  </a:ext>
                </a:extLst>
              </p:cNvPr>
              <p:cNvSpPr/>
              <p:nvPr/>
            </p:nvSpPr>
            <p:spPr>
              <a:xfrm>
                <a:off x="19674840" y="17815560"/>
                <a:ext cx="350520" cy="236220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9FBA00A-FE88-4416-BAC1-D68187963B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51163" y="18329910"/>
                <a:ext cx="197875" cy="13335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55062BF-75EB-4AB8-B3A9-DEBAEE745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06982" y="18706080"/>
              <a:ext cx="86237" cy="5811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C881370-FF02-40DB-B36E-B21CF9B0A17E}"/>
              </a:ext>
            </a:extLst>
          </p:cNvPr>
          <p:cNvSpPr txBox="1"/>
          <p:nvPr/>
        </p:nvSpPr>
        <p:spPr>
          <a:xfrm>
            <a:off x="22380052" y="173182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Iris</a:t>
            </a:r>
          </a:p>
        </p:txBody>
      </p:sp>
      <p:sp>
        <p:nvSpPr>
          <p:cNvPr id="62" name="Pie 493">
            <a:extLst>
              <a:ext uri="{FF2B5EF4-FFF2-40B4-BE49-F238E27FC236}">
                <a16:creationId xmlns:a16="http://schemas.microsoft.com/office/drawing/2014/main" id="{A339C7C3-94F3-46D1-9069-780880879F8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0537297" y="11609265"/>
            <a:ext cx="866485" cy="563299"/>
          </a:xfrm>
          <a:prstGeom prst="flowChartManualOperation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6D6A40-8235-44FF-95DD-5707D07AA73E}"/>
              </a:ext>
            </a:extLst>
          </p:cNvPr>
          <p:cNvSpPr txBox="1"/>
          <p:nvPr/>
        </p:nvSpPr>
        <p:spPr>
          <a:xfrm>
            <a:off x="21573618" y="11680012"/>
            <a:ext cx="252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collimator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051655-4682-4A38-97AA-74E06DA6F96C}"/>
              </a:ext>
            </a:extLst>
          </p:cNvPr>
          <p:cNvGrpSpPr/>
          <p:nvPr/>
        </p:nvGrpSpPr>
        <p:grpSpPr>
          <a:xfrm>
            <a:off x="20803700" y="4079137"/>
            <a:ext cx="652922" cy="720022"/>
            <a:chOff x="36090295" y="3317783"/>
            <a:chExt cx="652922" cy="72002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7A5A6B-5F90-42D6-B236-609ECA66C220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B92050B-0F19-4B0A-BE89-62EDBC2FA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E888EC90-B352-4D38-B556-2783DF5E7316}"/>
              </a:ext>
            </a:extLst>
          </p:cNvPr>
          <p:cNvSpPr/>
          <p:nvPr/>
        </p:nvSpPr>
        <p:spPr>
          <a:xfrm rot="2391979">
            <a:off x="22019897" y="4847669"/>
            <a:ext cx="304800" cy="1341120"/>
          </a:xfrm>
          <a:prstGeom prst="ellipse">
            <a:avLst/>
          </a:prstGeom>
          <a:solidFill>
            <a:schemeClr val="accent2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2B87CE90-283E-4F9F-8701-A871E7280AAD}"/>
              </a:ext>
            </a:extLst>
          </p:cNvPr>
          <p:cNvSpPr txBox="1"/>
          <p:nvPr/>
        </p:nvSpPr>
        <p:spPr>
          <a:xfrm>
            <a:off x="22133672" y="20111461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AOM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4C42BB45-BEB8-4A38-89C7-C5CB130F6FAB}"/>
              </a:ext>
            </a:extLst>
          </p:cNvPr>
          <p:cNvSpPr/>
          <p:nvPr/>
        </p:nvSpPr>
        <p:spPr>
          <a:xfrm>
            <a:off x="20389187" y="19770056"/>
            <a:ext cx="1625938" cy="11665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AOM</a:t>
            </a:r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F5632DC-4B3F-4443-B490-CF87D659DE32}"/>
              </a:ext>
            </a:extLst>
          </p:cNvPr>
          <p:cNvGrpSpPr/>
          <p:nvPr/>
        </p:nvGrpSpPr>
        <p:grpSpPr>
          <a:xfrm>
            <a:off x="24932635" y="1123648"/>
            <a:ext cx="1953291" cy="1251081"/>
            <a:chOff x="24932635" y="1123648"/>
            <a:chExt cx="1953291" cy="1251081"/>
          </a:xfrm>
        </p:grpSpPr>
        <p:sp>
          <p:nvSpPr>
            <p:cNvPr id="429" name="Freeform 494">
              <a:extLst>
                <a:ext uri="{FF2B5EF4-FFF2-40B4-BE49-F238E27FC236}">
                  <a16:creationId xmlns:a16="http://schemas.microsoft.com/office/drawing/2014/main" id="{337717A0-1DAA-43BB-BF18-E5DC720B2EFF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Pie 493">
              <a:extLst>
                <a:ext uri="{FF2B5EF4-FFF2-40B4-BE49-F238E27FC236}">
                  <a16:creationId xmlns:a16="http://schemas.microsoft.com/office/drawing/2014/main" id="{6688C963-857F-476D-8C73-AE2FEA4CC10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9" name="Group 548">
            <a:extLst>
              <a:ext uri="{FF2B5EF4-FFF2-40B4-BE49-F238E27FC236}">
                <a16:creationId xmlns:a16="http://schemas.microsoft.com/office/drawing/2014/main" id="{B5B977B5-F6F3-46E2-B8A2-90E913CE03C1}"/>
              </a:ext>
            </a:extLst>
          </p:cNvPr>
          <p:cNvGrpSpPr/>
          <p:nvPr/>
        </p:nvGrpSpPr>
        <p:grpSpPr>
          <a:xfrm>
            <a:off x="4271209" y="744111"/>
            <a:ext cx="11287545" cy="20123296"/>
            <a:chOff x="4271209" y="744111"/>
            <a:chExt cx="11287545" cy="20123296"/>
          </a:xfrm>
        </p:grpSpPr>
        <p:grpSp>
          <p:nvGrpSpPr>
            <p:cNvPr id="550" name="Group 549">
              <a:extLst>
                <a:ext uri="{FF2B5EF4-FFF2-40B4-BE49-F238E27FC236}">
                  <a16:creationId xmlns:a16="http://schemas.microsoft.com/office/drawing/2014/main" id="{0C0E7205-2652-4067-A463-C813EE629DEB}"/>
                </a:ext>
              </a:extLst>
            </p:cNvPr>
            <p:cNvGrpSpPr/>
            <p:nvPr/>
          </p:nvGrpSpPr>
          <p:grpSpPr>
            <a:xfrm>
              <a:off x="4271209" y="1776821"/>
              <a:ext cx="11287545" cy="19090586"/>
              <a:chOff x="4272835" y="1778258"/>
              <a:chExt cx="11287545" cy="19090586"/>
            </a:xfrm>
          </p:grpSpPr>
          <p:sp>
            <p:nvSpPr>
              <p:cNvPr id="566" name="Rectangle 565">
                <a:extLst>
                  <a:ext uri="{FF2B5EF4-FFF2-40B4-BE49-F238E27FC236}">
                    <a16:creationId xmlns:a16="http://schemas.microsoft.com/office/drawing/2014/main" id="{6F54CAE2-1DA0-4C2E-B4C1-D77A7D941173}"/>
                  </a:ext>
                </a:extLst>
              </p:cNvPr>
              <p:cNvSpPr/>
              <p:nvPr/>
            </p:nvSpPr>
            <p:spPr>
              <a:xfrm>
                <a:off x="4272838" y="2028621"/>
                <a:ext cx="11287542" cy="17365165"/>
              </a:xfrm>
              <a:prstGeom prst="rect">
                <a:avLst/>
              </a:prstGeom>
              <a:solidFill>
                <a:schemeClr val="bg2">
                  <a:lumMod val="75000"/>
                  <a:alpha val="37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7" name="Group 566">
                <a:extLst>
                  <a:ext uri="{FF2B5EF4-FFF2-40B4-BE49-F238E27FC236}">
                    <a16:creationId xmlns:a16="http://schemas.microsoft.com/office/drawing/2014/main" id="{67F1750F-45C2-4E64-A887-58AB622B7F9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7100000">
                <a:off x="10348256" y="16307238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13" name="Straight Connector 612">
                  <a:extLst>
                    <a:ext uri="{FF2B5EF4-FFF2-40B4-BE49-F238E27FC236}">
                      <a16:creationId xmlns:a16="http://schemas.microsoft.com/office/drawing/2014/main" id="{EF0BDC7A-FF4B-4B73-A378-8F57C6E83947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14" name="Group 613">
                  <a:extLst>
                    <a:ext uri="{FF2B5EF4-FFF2-40B4-BE49-F238E27FC236}">
                      <a16:creationId xmlns:a16="http://schemas.microsoft.com/office/drawing/2014/main" id="{B8D1645C-5465-404B-90AA-DF70E0399E2D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15" name="Straight Connector 614">
                    <a:extLst>
                      <a:ext uri="{FF2B5EF4-FFF2-40B4-BE49-F238E27FC236}">
                        <a16:creationId xmlns:a16="http://schemas.microsoft.com/office/drawing/2014/main" id="{324D2F9D-0CB3-4124-A1BD-F61CAA93DD3F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6" name="Straight Connector 615">
                    <a:extLst>
                      <a:ext uri="{FF2B5EF4-FFF2-40B4-BE49-F238E27FC236}">
                        <a16:creationId xmlns:a16="http://schemas.microsoft.com/office/drawing/2014/main" id="{D0566C8A-DAD0-42F6-84BB-3D7322CB533E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7" name="Straight Connector 616">
                    <a:extLst>
                      <a:ext uri="{FF2B5EF4-FFF2-40B4-BE49-F238E27FC236}">
                        <a16:creationId xmlns:a16="http://schemas.microsoft.com/office/drawing/2014/main" id="{485903C2-EC7A-439A-8F60-41A1DF4E46DF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8" name="Straight Connector 617">
                    <a:extLst>
                      <a:ext uri="{FF2B5EF4-FFF2-40B4-BE49-F238E27FC236}">
                        <a16:creationId xmlns:a16="http://schemas.microsoft.com/office/drawing/2014/main" id="{798A04E9-04D3-43A9-B1B9-89ACDCD777BA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9" name="Straight Connector 618">
                    <a:extLst>
                      <a:ext uri="{FF2B5EF4-FFF2-40B4-BE49-F238E27FC236}">
                        <a16:creationId xmlns:a16="http://schemas.microsoft.com/office/drawing/2014/main" id="{E4AC52D5-F18C-4EF4-9425-6E3D670AE75C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0" name="Straight Connector 619">
                    <a:extLst>
                      <a:ext uri="{FF2B5EF4-FFF2-40B4-BE49-F238E27FC236}">
                        <a16:creationId xmlns:a16="http://schemas.microsoft.com/office/drawing/2014/main" id="{FABAB364-F9EF-4EA5-8368-64FB72BC4CFE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1" name="Straight Connector 620">
                    <a:extLst>
                      <a:ext uri="{FF2B5EF4-FFF2-40B4-BE49-F238E27FC236}">
                        <a16:creationId xmlns:a16="http://schemas.microsoft.com/office/drawing/2014/main" id="{47F96BC1-A9C5-44A0-88EA-D7B442E2A449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2" name="Straight Connector 621">
                    <a:extLst>
                      <a:ext uri="{FF2B5EF4-FFF2-40B4-BE49-F238E27FC236}">
                        <a16:creationId xmlns:a16="http://schemas.microsoft.com/office/drawing/2014/main" id="{D30A275F-D7C6-4AA4-8A50-C8A6EF6EA6D4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3" name="Straight Connector 622">
                    <a:extLst>
                      <a:ext uri="{FF2B5EF4-FFF2-40B4-BE49-F238E27FC236}">
                        <a16:creationId xmlns:a16="http://schemas.microsoft.com/office/drawing/2014/main" id="{E5653688-4247-481F-95DD-AF3A6BA73B9A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68" name="Group 567">
                <a:extLst>
                  <a:ext uri="{FF2B5EF4-FFF2-40B4-BE49-F238E27FC236}">
                    <a16:creationId xmlns:a16="http://schemas.microsoft.com/office/drawing/2014/main" id="{4E31E51E-41BB-49D5-95A8-28823736074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6130690">
                <a:off x="12976983" y="1648256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02" name="Straight Connector 601">
                  <a:extLst>
                    <a:ext uri="{FF2B5EF4-FFF2-40B4-BE49-F238E27FC236}">
                      <a16:creationId xmlns:a16="http://schemas.microsoft.com/office/drawing/2014/main" id="{B488AA72-D8F0-415D-88EE-538F20BF776E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03" name="Group 602">
                  <a:extLst>
                    <a:ext uri="{FF2B5EF4-FFF2-40B4-BE49-F238E27FC236}">
                      <a16:creationId xmlns:a16="http://schemas.microsoft.com/office/drawing/2014/main" id="{C4622DBC-616B-4701-B44A-D879CEF3E79D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04" name="Straight Connector 603">
                    <a:extLst>
                      <a:ext uri="{FF2B5EF4-FFF2-40B4-BE49-F238E27FC236}">
                        <a16:creationId xmlns:a16="http://schemas.microsoft.com/office/drawing/2014/main" id="{E29B065A-8D9E-4854-B661-EE8D20476C8A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Straight Connector 604">
                    <a:extLst>
                      <a:ext uri="{FF2B5EF4-FFF2-40B4-BE49-F238E27FC236}">
                        <a16:creationId xmlns:a16="http://schemas.microsoft.com/office/drawing/2014/main" id="{965E56C5-9677-463A-ABD9-C0B0707A03F5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6" name="Straight Connector 605">
                    <a:extLst>
                      <a:ext uri="{FF2B5EF4-FFF2-40B4-BE49-F238E27FC236}">
                        <a16:creationId xmlns:a16="http://schemas.microsoft.com/office/drawing/2014/main" id="{87651B6A-F4AE-496D-BFF9-4E8C03E84C1F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7" name="Straight Connector 606">
                    <a:extLst>
                      <a:ext uri="{FF2B5EF4-FFF2-40B4-BE49-F238E27FC236}">
                        <a16:creationId xmlns:a16="http://schemas.microsoft.com/office/drawing/2014/main" id="{681CE8EF-6345-4BFF-A61C-2F62A5F4EDED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8" name="Straight Connector 607">
                    <a:extLst>
                      <a:ext uri="{FF2B5EF4-FFF2-40B4-BE49-F238E27FC236}">
                        <a16:creationId xmlns:a16="http://schemas.microsoft.com/office/drawing/2014/main" id="{A2A40094-5379-4FDA-A266-870F8E8AFA32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9" name="Straight Connector 608">
                    <a:extLst>
                      <a:ext uri="{FF2B5EF4-FFF2-40B4-BE49-F238E27FC236}">
                        <a16:creationId xmlns:a16="http://schemas.microsoft.com/office/drawing/2014/main" id="{79920DAA-EB0C-4B80-B5CA-7F605D0A4817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0" name="Straight Connector 609">
                    <a:extLst>
                      <a:ext uri="{FF2B5EF4-FFF2-40B4-BE49-F238E27FC236}">
                        <a16:creationId xmlns:a16="http://schemas.microsoft.com/office/drawing/2014/main" id="{BF0942E5-ADB8-4777-AD19-6EF20F7B21ED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1" name="Straight Connector 610">
                    <a:extLst>
                      <a:ext uri="{FF2B5EF4-FFF2-40B4-BE49-F238E27FC236}">
                        <a16:creationId xmlns:a16="http://schemas.microsoft.com/office/drawing/2014/main" id="{157CCF39-6902-4FAB-9BD3-FCFE725871BB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2" name="Straight Connector 611">
                    <a:extLst>
                      <a:ext uri="{FF2B5EF4-FFF2-40B4-BE49-F238E27FC236}">
                        <a16:creationId xmlns:a16="http://schemas.microsoft.com/office/drawing/2014/main" id="{99C0E70A-7196-41F2-9221-5AF1E30C0E3D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69" name="Oval 568">
                <a:extLst>
                  <a:ext uri="{FF2B5EF4-FFF2-40B4-BE49-F238E27FC236}">
                    <a16:creationId xmlns:a16="http://schemas.microsoft.com/office/drawing/2014/main" id="{7DAA6F49-04A7-4A32-B26C-94CD37373F6F}"/>
                  </a:ext>
                </a:extLst>
              </p:cNvPr>
              <p:cNvSpPr/>
              <p:nvPr/>
            </p:nvSpPr>
            <p:spPr>
              <a:xfrm>
                <a:off x="12909178" y="14421881"/>
                <a:ext cx="1042110" cy="10227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0" name="TextBox 569">
                    <a:extLst>
                      <a:ext uri="{FF2B5EF4-FFF2-40B4-BE49-F238E27FC236}">
                        <a16:creationId xmlns:a16="http://schemas.microsoft.com/office/drawing/2014/main" id="{FD6FFF91-0E27-4A2B-B1DF-C6A7E999C4FC}"/>
                      </a:ext>
                    </a:extLst>
                  </p:cNvPr>
                  <p:cNvSpPr txBox="1"/>
                  <p:nvPr/>
                </p:nvSpPr>
                <p:spPr>
                  <a:xfrm>
                    <a:off x="13845510" y="14165171"/>
                    <a:ext cx="123680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70" name="TextBox 569">
                    <a:extLst>
                      <a:ext uri="{FF2B5EF4-FFF2-40B4-BE49-F238E27FC236}">
                        <a16:creationId xmlns:a16="http://schemas.microsoft.com/office/drawing/2014/main" id="{FD6FFF91-0E27-4A2B-B1DF-C6A7E999C4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45510" y="14165171"/>
                    <a:ext cx="123680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71" name="Group 570">
                <a:extLst>
                  <a:ext uri="{FF2B5EF4-FFF2-40B4-BE49-F238E27FC236}">
                    <a16:creationId xmlns:a16="http://schemas.microsoft.com/office/drawing/2014/main" id="{7D494FF2-6470-49FF-83D6-7A80D3538097}"/>
                  </a:ext>
                </a:extLst>
              </p:cNvPr>
              <p:cNvGrpSpPr/>
              <p:nvPr/>
            </p:nvGrpSpPr>
            <p:grpSpPr>
              <a:xfrm>
                <a:off x="13054716" y="11550833"/>
                <a:ext cx="652922" cy="720022"/>
                <a:chOff x="36090295" y="3317783"/>
                <a:chExt cx="652922" cy="720022"/>
              </a:xfrm>
            </p:grpSpPr>
            <p:sp>
              <p:nvSpPr>
                <p:cNvPr id="600" name="Rectangle 599">
                  <a:extLst>
                    <a:ext uri="{FF2B5EF4-FFF2-40B4-BE49-F238E27FC236}">
                      <a16:creationId xmlns:a16="http://schemas.microsoft.com/office/drawing/2014/main" id="{069A2F40-6034-46B3-9679-83CFC775B1C0}"/>
                    </a:ext>
                  </a:extLst>
                </p:cNvPr>
                <p:cNvSpPr/>
                <p:nvPr/>
              </p:nvSpPr>
              <p:spPr>
                <a:xfrm rot="5400000" flipV="1">
                  <a:off x="36056044" y="3357924"/>
                  <a:ext cx="714132" cy="64563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87000"/>
                  </a:schemeClr>
                </a:solidFill>
                <a:ln>
                  <a:solidFill>
                    <a:schemeClr val="bg1">
                      <a:lumMod val="65000"/>
                      <a:alpha val="74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601" name="Straight Connector 600">
                  <a:extLst>
                    <a:ext uri="{FF2B5EF4-FFF2-40B4-BE49-F238E27FC236}">
                      <a16:creationId xmlns:a16="http://schemas.microsoft.com/office/drawing/2014/main" id="{DA46A6DA-34A2-479A-A835-98E953A2BE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111180" y="3317783"/>
                  <a:ext cx="632037" cy="705577"/>
                </a:xfrm>
                <a:prstGeom prst="line">
                  <a:avLst/>
                </a:prstGeom>
                <a:ln w="19050">
                  <a:solidFill>
                    <a:schemeClr val="bg1">
                      <a:lumMod val="65000"/>
                      <a:alpha val="9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CB922375-464C-4431-B09A-6C1948AB1810}"/>
                  </a:ext>
                </a:extLst>
              </p:cNvPr>
              <p:cNvSpPr/>
              <p:nvPr/>
            </p:nvSpPr>
            <p:spPr>
              <a:xfrm>
                <a:off x="12554733" y="10001869"/>
                <a:ext cx="1625938" cy="116650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AOM</a:t>
                </a:r>
              </a:p>
            </p:txBody>
          </p:sp>
          <p:sp>
            <p:nvSpPr>
              <p:cNvPr id="573" name="Rounded Rectangle 175">
                <a:extLst>
                  <a:ext uri="{FF2B5EF4-FFF2-40B4-BE49-F238E27FC236}">
                    <a16:creationId xmlns:a16="http://schemas.microsoft.com/office/drawing/2014/main" id="{928BB9A9-2F04-43CA-9B31-7B6C4A1B1CC8}"/>
                  </a:ext>
                </a:extLst>
              </p:cNvPr>
              <p:cNvSpPr/>
              <p:nvPr/>
            </p:nvSpPr>
            <p:spPr>
              <a:xfrm>
                <a:off x="12869285" y="7281037"/>
                <a:ext cx="1042110" cy="10227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4" name="TextBox 573">
                    <a:extLst>
                      <a:ext uri="{FF2B5EF4-FFF2-40B4-BE49-F238E27FC236}">
                        <a16:creationId xmlns:a16="http://schemas.microsoft.com/office/drawing/2014/main" id="{4EF1B1EC-CA98-447F-BDB4-E895A033C4CB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6770" y="6998206"/>
                    <a:ext cx="9358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74" name="TextBox 573">
                    <a:extLst>
                      <a:ext uri="{FF2B5EF4-FFF2-40B4-BE49-F238E27FC236}">
                        <a16:creationId xmlns:a16="http://schemas.microsoft.com/office/drawing/2014/main" id="{4EF1B1EC-CA98-447F-BDB4-E895A033C4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96770" y="6998206"/>
                    <a:ext cx="935840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5" name="Chord 574">
                <a:extLst>
                  <a:ext uri="{FF2B5EF4-FFF2-40B4-BE49-F238E27FC236}">
                    <a16:creationId xmlns:a16="http://schemas.microsoft.com/office/drawing/2014/main" id="{16777B51-ED21-478E-8459-D64B5F0A29A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936333">
                <a:off x="12570125" y="4876048"/>
                <a:ext cx="1595152" cy="1595152"/>
              </a:xfrm>
              <a:prstGeom prst="chord">
                <a:avLst>
                  <a:gd name="adj1" fmla="val 10380880"/>
                  <a:gd name="adj2" fmla="val 16200000"/>
                </a:avLst>
              </a:prstGeom>
              <a:solidFill>
                <a:schemeClr val="accent4">
                  <a:lumMod val="75000"/>
                  <a:alpha val="49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6" name="Group 575">
                <a:extLst>
                  <a:ext uri="{FF2B5EF4-FFF2-40B4-BE49-F238E27FC236}">
                    <a16:creationId xmlns:a16="http://schemas.microsoft.com/office/drawing/2014/main" id="{96164A06-5949-4A5C-A7E6-0AC35613742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472635">
                <a:off x="12975741" y="1778258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F54053DC-6F0D-4452-9898-05CE1788864E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90" name="Group 589">
                  <a:extLst>
                    <a:ext uri="{FF2B5EF4-FFF2-40B4-BE49-F238E27FC236}">
                      <a16:creationId xmlns:a16="http://schemas.microsoft.com/office/drawing/2014/main" id="{EC28E1F8-F74A-4AD7-A3D3-C3974BFEE902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591" name="Straight Connector 590">
                    <a:extLst>
                      <a:ext uri="{FF2B5EF4-FFF2-40B4-BE49-F238E27FC236}">
                        <a16:creationId xmlns:a16="http://schemas.microsoft.com/office/drawing/2014/main" id="{67F9A3C9-64ED-495D-ABC8-E0193FE322F8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2" name="Straight Connector 591">
                    <a:extLst>
                      <a:ext uri="{FF2B5EF4-FFF2-40B4-BE49-F238E27FC236}">
                        <a16:creationId xmlns:a16="http://schemas.microsoft.com/office/drawing/2014/main" id="{776E002A-EE68-4FCE-8890-0A662B692B5C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3" name="Straight Connector 592">
                    <a:extLst>
                      <a:ext uri="{FF2B5EF4-FFF2-40B4-BE49-F238E27FC236}">
                        <a16:creationId xmlns:a16="http://schemas.microsoft.com/office/drawing/2014/main" id="{EB076D44-6DFE-4638-8DF3-7152DBB837CB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4" name="Straight Connector 593">
                    <a:extLst>
                      <a:ext uri="{FF2B5EF4-FFF2-40B4-BE49-F238E27FC236}">
                        <a16:creationId xmlns:a16="http://schemas.microsoft.com/office/drawing/2014/main" id="{55EE1920-1EAE-4D0A-A690-848BEB16EBE8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5" name="Straight Connector 594">
                    <a:extLst>
                      <a:ext uri="{FF2B5EF4-FFF2-40B4-BE49-F238E27FC236}">
                        <a16:creationId xmlns:a16="http://schemas.microsoft.com/office/drawing/2014/main" id="{4A0CD3B9-6BFB-41A2-B61B-1752FC0F37D6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6" name="Straight Connector 595">
                    <a:extLst>
                      <a:ext uri="{FF2B5EF4-FFF2-40B4-BE49-F238E27FC236}">
                        <a16:creationId xmlns:a16="http://schemas.microsoft.com/office/drawing/2014/main" id="{40C6E7BD-0343-47F3-AD08-7828B073A2AA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7" name="Straight Connector 596">
                    <a:extLst>
                      <a:ext uri="{FF2B5EF4-FFF2-40B4-BE49-F238E27FC236}">
                        <a16:creationId xmlns:a16="http://schemas.microsoft.com/office/drawing/2014/main" id="{2DEE44F9-7FAB-4875-8050-2C6E204DE730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8" name="Straight Connector 597">
                    <a:extLst>
                      <a:ext uri="{FF2B5EF4-FFF2-40B4-BE49-F238E27FC236}">
                        <a16:creationId xmlns:a16="http://schemas.microsoft.com/office/drawing/2014/main" id="{198ADA37-CDD3-4E59-A568-BEC782C2E6B8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9" name="Straight Connector 598">
                    <a:extLst>
                      <a:ext uri="{FF2B5EF4-FFF2-40B4-BE49-F238E27FC236}">
                        <a16:creationId xmlns:a16="http://schemas.microsoft.com/office/drawing/2014/main" id="{97A971F3-8E09-40C4-BC71-C6FCC79C104D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77" name="Group 576">
                <a:extLst>
                  <a:ext uri="{FF2B5EF4-FFF2-40B4-BE49-F238E27FC236}">
                    <a16:creationId xmlns:a16="http://schemas.microsoft.com/office/drawing/2014/main" id="{5B5C167E-700E-445D-9A20-77F04795717C}"/>
                  </a:ext>
                </a:extLst>
              </p:cNvPr>
              <p:cNvGrpSpPr/>
              <p:nvPr/>
            </p:nvGrpSpPr>
            <p:grpSpPr>
              <a:xfrm rot="16200000">
                <a:off x="9899845" y="19266658"/>
                <a:ext cx="1953291" cy="1251081"/>
                <a:chOff x="9479527" y="19305104"/>
                <a:chExt cx="1953291" cy="1251081"/>
              </a:xfrm>
            </p:grpSpPr>
            <p:sp>
              <p:nvSpPr>
                <p:cNvPr id="587" name="Freeform 494">
                  <a:extLst>
                    <a:ext uri="{FF2B5EF4-FFF2-40B4-BE49-F238E27FC236}">
                      <a16:creationId xmlns:a16="http://schemas.microsoft.com/office/drawing/2014/main" id="{60FFBBFB-47C6-4C2E-893E-CC312F37BE73}"/>
                    </a:ext>
                  </a:extLst>
                </p:cNvPr>
                <p:cNvSpPr/>
                <p:nvPr/>
              </p:nvSpPr>
              <p:spPr>
                <a:xfrm rot="1563107" flipH="1">
                  <a:off x="9479527" y="19659136"/>
                  <a:ext cx="1037219" cy="670661"/>
                </a:xfrm>
                <a:custGeom>
                  <a:avLst/>
                  <a:gdLst>
                    <a:gd name="connsiteX0" fmla="*/ 0 w 262484"/>
                    <a:gd name="connsiteY0" fmla="*/ 146546 h 209479"/>
                    <a:gd name="connsiteX1" fmla="*/ 79248 w 262484"/>
                    <a:gd name="connsiteY1" fmla="*/ 242 h 209479"/>
                    <a:gd name="connsiteX2" fmla="*/ 42672 w 262484"/>
                    <a:gd name="connsiteY2" fmla="*/ 177026 h 209479"/>
                    <a:gd name="connsiteX3" fmla="*/ 134112 w 262484"/>
                    <a:gd name="connsiteY3" fmla="*/ 30722 h 209479"/>
                    <a:gd name="connsiteX4" fmla="*/ 109728 w 262484"/>
                    <a:gd name="connsiteY4" fmla="*/ 189218 h 209479"/>
                    <a:gd name="connsiteX5" fmla="*/ 182880 w 262484"/>
                    <a:gd name="connsiteY5" fmla="*/ 73394 h 209479"/>
                    <a:gd name="connsiteX6" fmla="*/ 188976 w 262484"/>
                    <a:gd name="connsiteY6" fmla="*/ 158738 h 209479"/>
                    <a:gd name="connsiteX7" fmla="*/ 256032 w 262484"/>
                    <a:gd name="connsiteY7" fmla="*/ 207506 h 209479"/>
                    <a:gd name="connsiteX8" fmla="*/ 256032 w 262484"/>
                    <a:gd name="connsiteY8" fmla="*/ 195314 h 209479"/>
                    <a:gd name="connsiteX0" fmla="*/ 0 w 300512"/>
                    <a:gd name="connsiteY0" fmla="*/ 146546 h 223411"/>
                    <a:gd name="connsiteX1" fmla="*/ 79248 w 300512"/>
                    <a:gd name="connsiteY1" fmla="*/ 242 h 223411"/>
                    <a:gd name="connsiteX2" fmla="*/ 42672 w 300512"/>
                    <a:gd name="connsiteY2" fmla="*/ 177026 h 223411"/>
                    <a:gd name="connsiteX3" fmla="*/ 134112 w 300512"/>
                    <a:gd name="connsiteY3" fmla="*/ 30722 h 223411"/>
                    <a:gd name="connsiteX4" fmla="*/ 109728 w 300512"/>
                    <a:gd name="connsiteY4" fmla="*/ 189218 h 223411"/>
                    <a:gd name="connsiteX5" fmla="*/ 182880 w 300512"/>
                    <a:gd name="connsiteY5" fmla="*/ 73394 h 223411"/>
                    <a:gd name="connsiteX6" fmla="*/ 188976 w 300512"/>
                    <a:gd name="connsiteY6" fmla="*/ 158738 h 223411"/>
                    <a:gd name="connsiteX7" fmla="*/ 256032 w 300512"/>
                    <a:gd name="connsiteY7" fmla="*/ 207506 h 223411"/>
                    <a:gd name="connsiteX8" fmla="*/ 299847 w 300512"/>
                    <a:gd name="connsiteY8" fmla="*/ 220079 h 223411"/>
                    <a:gd name="connsiteX0" fmla="*/ 0 w 256032"/>
                    <a:gd name="connsiteY0" fmla="*/ 146546 h 207506"/>
                    <a:gd name="connsiteX1" fmla="*/ 79248 w 256032"/>
                    <a:gd name="connsiteY1" fmla="*/ 242 h 207506"/>
                    <a:gd name="connsiteX2" fmla="*/ 42672 w 256032"/>
                    <a:gd name="connsiteY2" fmla="*/ 177026 h 207506"/>
                    <a:gd name="connsiteX3" fmla="*/ 134112 w 256032"/>
                    <a:gd name="connsiteY3" fmla="*/ 30722 h 207506"/>
                    <a:gd name="connsiteX4" fmla="*/ 109728 w 256032"/>
                    <a:gd name="connsiteY4" fmla="*/ 189218 h 207506"/>
                    <a:gd name="connsiteX5" fmla="*/ 182880 w 256032"/>
                    <a:gd name="connsiteY5" fmla="*/ 73394 h 207506"/>
                    <a:gd name="connsiteX6" fmla="*/ 188976 w 256032"/>
                    <a:gd name="connsiteY6" fmla="*/ 158738 h 207506"/>
                    <a:gd name="connsiteX7" fmla="*/ 256032 w 256032"/>
                    <a:gd name="connsiteY7" fmla="*/ 207506 h 207506"/>
                    <a:gd name="connsiteX0" fmla="*/ 0 w 275082"/>
                    <a:gd name="connsiteY0" fmla="*/ 140948 h 207623"/>
                    <a:gd name="connsiteX1" fmla="*/ 98298 w 275082"/>
                    <a:gd name="connsiteY1" fmla="*/ 359 h 207623"/>
                    <a:gd name="connsiteX2" fmla="*/ 61722 w 275082"/>
                    <a:gd name="connsiteY2" fmla="*/ 177143 h 207623"/>
                    <a:gd name="connsiteX3" fmla="*/ 153162 w 275082"/>
                    <a:gd name="connsiteY3" fmla="*/ 30839 h 207623"/>
                    <a:gd name="connsiteX4" fmla="*/ 128778 w 275082"/>
                    <a:gd name="connsiteY4" fmla="*/ 189335 h 207623"/>
                    <a:gd name="connsiteX5" fmla="*/ 201930 w 275082"/>
                    <a:gd name="connsiteY5" fmla="*/ 73511 h 207623"/>
                    <a:gd name="connsiteX6" fmla="*/ 208026 w 275082"/>
                    <a:gd name="connsiteY6" fmla="*/ 158855 h 207623"/>
                    <a:gd name="connsiteX7" fmla="*/ 275082 w 275082"/>
                    <a:gd name="connsiteY7" fmla="*/ 207623 h 207623"/>
                    <a:gd name="connsiteX0" fmla="*/ 0 w 275082"/>
                    <a:gd name="connsiteY0" fmla="*/ 139053 h 205728"/>
                    <a:gd name="connsiteX1" fmla="*/ 94488 w 275082"/>
                    <a:gd name="connsiteY1" fmla="*/ 369 h 205728"/>
                    <a:gd name="connsiteX2" fmla="*/ 61722 w 275082"/>
                    <a:gd name="connsiteY2" fmla="*/ 175248 h 205728"/>
                    <a:gd name="connsiteX3" fmla="*/ 153162 w 275082"/>
                    <a:gd name="connsiteY3" fmla="*/ 28944 h 205728"/>
                    <a:gd name="connsiteX4" fmla="*/ 128778 w 275082"/>
                    <a:gd name="connsiteY4" fmla="*/ 187440 h 205728"/>
                    <a:gd name="connsiteX5" fmla="*/ 201930 w 275082"/>
                    <a:gd name="connsiteY5" fmla="*/ 71616 h 205728"/>
                    <a:gd name="connsiteX6" fmla="*/ 208026 w 275082"/>
                    <a:gd name="connsiteY6" fmla="*/ 156960 h 205728"/>
                    <a:gd name="connsiteX7" fmla="*/ 275082 w 275082"/>
                    <a:gd name="connsiteY7" fmla="*/ 205728 h 205728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53162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07823 w 275082"/>
                    <a:gd name="connsiteY4" fmla="*/ 19296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4310 w 275082"/>
                    <a:gd name="connsiteY5" fmla="*/ 5999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192786 w 275082"/>
                    <a:gd name="connsiteY6" fmla="*/ 170107 h 205540"/>
                    <a:gd name="connsiteX7" fmla="*/ 275082 w 275082"/>
                    <a:gd name="connsiteY7" fmla="*/ 205540 h 205540"/>
                    <a:gd name="connsiteX0" fmla="*/ 0 w 267462"/>
                    <a:gd name="connsiteY0" fmla="*/ 138865 h 216970"/>
                    <a:gd name="connsiteX1" fmla="*/ 94488 w 267462"/>
                    <a:gd name="connsiteY1" fmla="*/ 181 h 216970"/>
                    <a:gd name="connsiteX2" fmla="*/ 52197 w 267462"/>
                    <a:gd name="connsiteY2" fmla="*/ 163630 h 216970"/>
                    <a:gd name="connsiteX3" fmla="*/ 143637 w 267462"/>
                    <a:gd name="connsiteY3" fmla="*/ 24946 h 216970"/>
                    <a:gd name="connsiteX4" fmla="*/ 111633 w 267462"/>
                    <a:gd name="connsiteY4" fmla="*/ 191062 h 216970"/>
                    <a:gd name="connsiteX5" fmla="*/ 198120 w 267462"/>
                    <a:gd name="connsiteY5" fmla="*/ 63808 h 216970"/>
                    <a:gd name="connsiteX6" fmla="*/ 192786 w 267462"/>
                    <a:gd name="connsiteY6" fmla="*/ 170107 h 216970"/>
                    <a:gd name="connsiteX7" fmla="*/ 267462 w 267462"/>
                    <a:gd name="connsiteY7" fmla="*/ 216970 h 216970"/>
                    <a:gd name="connsiteX0" fmla="*/ 6703 w 274165"/>
                    <a:gd name="connsiteY0" fmla="*/ 138755 h 216860"/>
                    <a:gd name="connsiteX1" fmla="*/ 7084 w 274165"/>
                    <a:gd name="connsiteY1" fmla="*/ 142946 h 216860"/>
                    <a:gd name="connsiteX2" fmla="*/ 101191 w 274165"/>
                    <a:gd name="connsiteY2" fmla="*/ 71 h 216860"/>
                    <a:gd name="connsiteX3" fmla="*/ 58900 w 274165"/>
                    <a:gd name="connsiteY3" fmla="*/ 163520 h 216860"/>
                    <a:gd name="connsiteX4" fmla="*/ 150340 w 274165"/>
                    <a:gd name="connsiteY4" fmla="*/ 24836 h 216860"/>
                    <a:gd name="connsiteX5" fmla="*/ 118336 w 274165"/>
                    <a:gd name="connsiteY5" fmla="*/ 190952 h 216860"/>
                    <a:gd name="connsiteX6" fmla="*/ 204823 w 274165"/>
                    <a:gd name="connsiteY6" fmla="*/ 63698 h 216860"/>
                    <a:gd name="connsiteX7" fmla="*/ 199489 w 274165"/>
                    <a:gd name="connsiteY7" fmla="*/ 169997 h 216860"/>
                    <a:gd name="connsiteX8" fmla="*/ 274165 w 274165"/>
                    <a:gd name="connsiteY8" fmla="*/ 216860 h 216860"/>
                    <a:gd name="connsiteX0" fmla="*/ 6703 w 274165"/>
                    <a:gd name="connsiteY0" fmla="*/ 138865 h 216970"/>
                    <a:gd name="connsiteX1" fmla="*/ 7084 w 274165"/>
                    <a:gd name="connsiteY1" fmla="*/ 131626 h 216970"/>
                    <a:gd name="connsiteX2" fmla="*/ 101191 w 274165"/>
                    <a:gd name="connsiteY2" fmla="*/ 181 h 216970"/>
                    <a:gd name="connsiteX3" fmla="*/ 58900 w 274165"/>
                    <a:gd name="connsiteY3" fmla="*/ 163630 h 216970"/>
                    <a:gd name="connsiteX4" fmla="*/ 150340 w 274165"/>
                    <a:gd name="connsiteY4" fmla="*/ 24946 h 216970"/>
                    <a:gd name="connsiteX5" fmla="*/ 118336 w 274165"/>
                    <a:gd name="connsiteY5" fmla="*/ 191062 h 216970"/>
                    <a:gd name="connsiteX6" fmla="*/ 204823 w 274165"/>
                    <a:gd name="connsiteY6" fmla="*/ 63808 h 216970"/>
                    <a:gd name="connsiteX7" fmla="*/ 199489 w 274165"/>
                    <a:gd name="connsiteY7" fmla="*/ 170107 h 216970"/>
                    <a:gd name="connsiteX8" fmla="*/ 274165 w 274165"/>
                    <a:gd name="connsiteY8" fmla="*/ 216970 h 216970"/>
                    <a:gd name="connsiteX0" fmla="*/ 24483 w 291945"/>
                    <a:gd name="connsiteY0" fmla="*/ 138865 h 216970"/>
                    <a:gd name="connsiteX1" fmla="*/ 24864 w 291945"/>
                    <a:gd name="connsiteY1" fmla="*/ 131626 h 216970"/>
                    <a:gd name="connsiteX2" fmla="*/ 118971 w 291945"/>
                    <a:gd name="connsiteY2" fmla="*/ 181 h 216970"/>
                    <a:gd name="connsiteX3" fmla="*/ 76680 w 291945"/>
                    <a:gd name="connsiteY3" fmla="*/ 163630 h 216970"/>
                    <a:gd name="connsiteX4" fmla="*/ 168120 w 291945"/>
                    <a:gd name="connsiteY4" fmla="*/ 24946 h 216970"/>
                    <a:gd name="connsiteX5" fmla="*/ 136116 w 291945"/>
                    <a:gd name="connsiteY5" fmla="*/ 191062 h 216970"/>
                    <a:gd name="connsiteX6" fmla="*/ 222603 w 291945"/>
                    <a:gd name="connsiteY6" fmla="*/ 63808 h 216970"/>
                    <a:gd name="connsiteX7" fmla="*/ 217269 w 291945"/>
                    <a:gd name="connsiteY7" fmla="*/ 170107 h 216970"/>
                    <a:gd name="connsiteX8" fmla="*/ 291945 w 291945"/>
                    <a:gd name="connsiteY8" fmla="*/ 216970 h 216970"/>
                    <a:gd name="connsiteX0" fmla="*/ 11607 w 279069"/>
                    <a:gd name="connsiteY0" fmla="*/ 138890 h 216995"/>
                    <a:gd name="connsiteX1" fmla="*/ 31038 w 279069"/>
                    <a:gd name="connsiteY1" fmla="*/ 129746 h 216995"/>
                    <a:gd name="connsiteX2" fmla="*/ 106095 w 279069"/>
                    <a:gd name="connsiteY2" fmla="*/ 206 h 216995"/>
                    <a:gd name="connsiteX3" fmla="*/ 63804 w 279069"/>
                    <a:gd name="connsiteY3" fmla="*/ 163655 h 216995"/>
                    <a:gd name="connsiteX4" fmla="*/ 155244 w 279069"/>
                    <a:gd name="connsiteY4" fmla="*/ 24971 h 216995"/>
                    <a:gd name="connsiteX5" fmla="*/ 123240 w 279069"/>
                    <a:gd name="connsiteY5" fmla="*/ 191087 h 216995"/>
                    <a:gd name="connsiteX6" fmla="*/ 209727 w 279069"/>
                    <a:gd name="connsiteY6" fmla="*/ 63833 h 216995"/>
                    <a:gd name="connsiteX7" fmla="*/ 204393 w 279069"/>
                    <a:gd name="connsiteY7" fmla="*/ 170132 h 216995"/>
                    <a:gd name="connsiteX8" fmla="*/ 279069 w 279069"/>
                    <a:gd name="connsiteY8" fmla="*/ 216995 h 216995"/>
                    <a:gd name="connsiteX0" fmla="*/ 15180 w 276927"/>
                    <a:gd name="connsiteY0" fmla="*/ 51260 h 216995"/>
                    <a:gd name="connsiteX1" fmla="*/ 28896 w 276927"/>
                    <a:gd name="connsiteY1" fmla="*/ 129746 h 216995"/>
                    <a:gd name="connsiteX2" fmla="*/ 103953 w 276927"/>
                    <a:gd name="connsiteY2" fmla="*/ 206 h 216995"/>
                    <a:gd name="connsiteX3" fmla="*/ 61662 w 276927"/>
                    <a:gd name="connsiteY3" fmla="*/ 163655 h 216995"/>
                    <a:gd name="connsiteX4" fmla="*/ 153102 w 276927"/>
                    <a:gd name="connsiteY4" fmla="*/ 24971 h 216995"/>
                    <a:gd name="connsiteX5" fmla="*/ 121098 w 276927"/>
                    <a:gd name="connsiteY5" fmla="*/ 191087 h 216995"/>
                    <a:gd name="connsiteX6" fmla="*/ 207585 w 276927"/>
                    <a:gd name="connsiteY6" fmla="*/ 63833 h 216995"/>
                    <a:gd name="connsiteX7" fmla="*/ 202251 w 276927"/>
                    <a:gd name="connsiteY7" fmla="*/ 170132 h 216995"/>
                    <a:gd name="connsiteX8" fmla="*/ 276927 w 276927"/>
                    <a:gd name="connsiteY8" fmla="*/ 216995 h 216995"/>
                    <a:gd name="connsiteX0" fmla="*/ 34758 w 296505"/>
                    <a:gd name="connsiteY0" fmla="*/ 51155 h 216890"/>
                    <a:gd name="connsiteX1" fmla="*/ 21804 w 296505"/>
                    <a:gd name="connsiteY1" fmla="*/ 139166 h 216890"/>
                    <a:gd name="connsiteX2" fmla="*/ 123531 w 296505"/>
                    <a:gd name="connsiteY2" fmla="*/ 101 h 216890"/>
                    <a:gd name="connsiteX3" fmla="*/ 81240 w 296505"/>
                    <a:gd name="connsiteY3" fmla="*/ 163550 h 216890"/>
                    <a:gd name="connsiteX4" fmla="*/ 172680 w 296505"/>
                    <a:gd name="connsiteY4" fmla="*/ 24866 h 216890"/>
                    <a:gd name="connsiteX5" fmla="*/ 140676 w 296505"/>
                    <a:gd name="connsiteY5" fmla="*/ 190982 h 216890"/>
                    <a:gd name="connsiteX6" fmla="*/ 227163 w 296505"/>
                    <a:gd name="connsiteY6" fmla="*/ 63728 h 216890"/>
                    <a:gd name="connsiteX7" fmla="*/ 221829 w 296505"/>
                    <a:gd name="connsiteY7" fmla="*/ 170027 h 216890"/>
                    <a:gd name="connsiteX8" fmla="*/ 296505 w 296505"/>
                    <a:gd name="connsiteY8" fmla="*/ 216890 h 216890"/>
                    <a:gd name="connsiteX0" fmla="*/ 1399 w 318391"/>
                    <a:gd name="connsiteY0" fmla="*/ 85445 h 216890"/>
                    <a:gd name="connsiteX1" fmla="*/ 43690 w 318391"/>
                    <a:gd name="connsiteY1" fmla="*/ 139166 h 216890"/>
                    <a:gd name="connsiteX2" fmla="*/ 145417 w 318391"/>
                    <a:gd name="connsiteY2" fmla="*/ 101 h 216890"/>
                    <a:gd name="connsiteX3" fmla="*/ 103126 w 318391"/>
                    <a:gd name="connsiteY3" fmla="*/ 163550 h 216890"/>
                    <a:gd name="connsiteX4" fmla="*/ 194566 w 318391"/>
                    <a:gd name="connsiteY4" fmla="*/ 24866 h 216890"/>
                    <a:gd name="connsiteX5" fmla="*/ 162562 w 318391"/>
                    <a:gd name="connsiteY5" fmla="*/ 190982 h 216890"/>
                    <a:gd name="connsiteX6" fmla="*/ 249049 w 318391"/>
                    <a:gd name="connsiteY6" fmla="*/ 63728 h 216890"/>
                    <a:gd name="connsiteX7" fmla="*/ 243715 w 318391"/>
                    <a:gd name="connsiteY7" fmla="*/ 170027 h 216890"/>
                    <a:gd name="connsiteX8" fmla="*/ 318391 w 318391"/>
                    <a:gd name="connsiteY8" fmla="*/ 216890 h 216890"/>
                    <a:gd name="connsiteX0" fmla="*/ 5949 w 322941"/>
                    <a:gd name="connsiteY0" fmla="*/ 85445 h 216890"/>
                    <a:gd name="connsiteX1" fmla="*/ 2521 w 322941"/>
                    <a:gd name="connsiteY1" fmla="*/ 89636 h 216890"/>
                    <a:gd name="connsiteX2" fmla="*/ 48240 w 322941"/>
                    <a:gd name="connsiteY2" fmla="*/ 139166 h 216890"/>
                    <a:gd name="connsiteX3" fmla="*/ 149967 w 322941"/>
                    <a:gd name="connsiteY3" fmla="*/ 101 h 216890"/>
                    <a:gd name="connsiteX4" fmla="*/ 107676 w 322941"/>
                    <a:gd name="connsiteY4" fmla="*/ 163550 h 216890"/>
                    <a:gd name="connsiteX5" fmla="*/ 199116 w 322941"/>
                    <a:gd name="connsiteY5" fmla="*/ 24866 h 216890"/>
                    <a:gd name="connsiteX6" fmla="*/ 167112 w 322941"/>
                    <a:gd name="connsiteY6" fmla="*/ 190982 h 216890"/>
                    <a:gd name="connsiteX7" fmla="*/ 253599 w 322941"/>
                    <a:gd name="connsiteY7" fmla="*/ 63728 h 216890"/>
                    <a:gd name="connsiteX8" fmla="*/ 248265 w 322941"/>
                    <a:gd name="connsiteY8" fmla="*/ 170027 h 216890"/>
                    <a:gd name="connsiteX9" fmla="*/ 322941 w 322941"/>
                    <a:gd name="connsiteY9" fmla="*/ 216890 h 216890"/>
                    <a:gd name="connsiteX0" fmla="*/ 8 w 317000"/>
                    <a:gd name="connsiteY0" fmla="*/ 85445 h 216890"/>
                    <a:gd name="connsiteX1" fmla="*/ 40395 w 317000"/>
                    <a:gd name="connsiteY1" fmla="*/ 53441 h 216890"/>
                    <a:gd name="connsiteX2" fmla="*/ 42299 w 317000"/>
                    <a:gd name="connsiteY2" fmla="*/ 139166 h 216890"/>
                    <a:gd name="connsiteX3" fmla="*/ 144026 w 317000"/>
                    <a:gd name="connsiteY3" fmla="*/ 101 h 216890"/>
                    <a:gd name="connsiteX4" fmla="*/ 101735 w 317000"/>
                    <a:gd name="connsiteY4" fmla="*/ 163550 h 216890"/>
                    <a:gd name="connsiteX5" fmla="*/ 193175 w 317000"/>
                    <a:gd name="connsiteY5" fmla="*/ 24866 h 216890"/>
                    <a:gd name="connsiteX6" fmla="*/ 161171 w 317000"/>
                    <a:gd name="connsiteY6" fmla="*/ 190982 h 216890"/>
                    <a:gd name="connsiteX7" fmla="*/ 247658 w 317000"/>
                    <a:gd name="connsiteY7" fmla="*/ 63728 h 216890"/>
                    <a:gd name="connsiteX8" fmla="*/ 242324 w 317000"/>
                    <a:gd name="connsiteY8" fmla="*/ 170027 h 216890"/>
                    <a:gd name="connsiteX9" fmla="*/ 317000 w 317000"/>
                    <a:gd name="connsiteY9" fmla="*/ 216890 h 216890"/>
                    <a:gd name="connsiteX0" fmla="*/ 16284 w 333276"/>
                    <a:gd name="connsiteY0" fmla="*/ 85445 h 216890"/>
                    <a:gd name="connsiteX1" fmla="*/ 1426 w 333276"/>
                    <a:gd name="connsiteY1" fmla="*/ 110591 h 216890"/>
                    <a:gd name="connsiteX2" fmla="*/ 58575 w 333276"/>
                    <a:gd name="connsiteY2" fmla="*/ 139166 h 216890"/>
                    <a:gd name="connsiteX3" fmla="*/ 160302 w 333276"/>
                    <a:gd name="connsiteY3" fmla="*/ 101 h 216890"/>
                    <a:gd name="connsiteX4" fmla="*/ 118011 w 333276"/>
                    <a:gd name="connsiteY4" fmla="*/ 163550 h 216890"/>
                    <a:gd name="connsiteX5" fmla="*/ 209451 w 333276"/>
                    <a:gd name="connsiteY5" fmla="*/ 24866 h 216890"/>
                    <a:gd name="connsiteX6" fmla="*/ 177447 w 333276"/>
                    <a:gd name="connsiteY6" fmla="*/ 190982 h 216890"/>
                    <a:gd name="connsiteX7" fmla="*/ 263934 w 333276"/>
                    <a:gd name="connsiteY7" fmla="*/ 63728 h 216890"/>
                    <a:gd name="connsiteX8" fmla="*/ 258600 w 333276"/>
                    <a:gd name="connsiteY8" fmla="*/ 170027 h 216890"/>
                    <a:gd name="connsiteX9" fmla="*/ 333276 w 333276"/>
                    <a:gd name="connsiteY9" fmla="*/ 216890 h 216890"/>
                    <a:gd name="connsiteX0" fmla="*/ 66774 w 332331"/>
                    <a:gd name="connsiteY0" fmla="*/ 9245 h 216890"/>
                    <a:gd name="connsiteX1" fmla="*/ 481 w 332331"/>
                    <a:gd name="connsiteY1" fmla="*/ 110591 h 216890"/>
                    <a:gd name="connsiteX2" fmla="*/ 57630 w 332331"/>
                    <a:gd name="connsiteY2" fmla="*/ 139166 h 216890"/>
                    <a:gd name="connsiteX3" fmla="*/ 159357 w 332331"/>
                    <a:gd name="connsiteY3" fmla="*/ 101 h 216890"/>
                    <a:gd name="connsiteX4" fmla="*/ 117066 w 332331"/>
                    <a:gd name="connsiteY4" fmla="*/ 163550 h 216890"/>
                    <a:gd name="connsiteX5" fmla="*/ 208506 w 332331"/>
                    <a:gd name="connsiteY5" fmla="*/ 24866 h 216890"/>
                    <a:gd name="connsiteX6" fmla="*/ 176502 w 332331"/>
                    <a:gd name="connsiteY6" fmla="*/ 190982 h 216890"/>
                    <a:gd name="connsiteX7" fmla="*/ 262989 w 332331"/>
                    <a:gd name="connsiteY7" fmla="*/ 63728 h 216890"/>
                    <a:gd name="connsiteX8" fmla="*/ 257655 w 332331"/>
                    <a:gd name="connsiteY8" fmla="*/ 170027 h 216890"/>
                    <a:gd name="connsiteX9" fmla="*/ 332331 w 332331"/>
                    <a:gd name="connsiteY9" fmla="*/ 216890 h 216890"/>
                    <a:gd name="connsiteX0" fmla="*/ 19501 w 285058"/>
                    <a:gd name="connsiteY0" fmla="*/ 9245 h 216890"/>
                    <a:gd name="connsiteX1" fmla="*/ 6548 w 285058"/>
                    <a:gd name="connsiteY1" fmla="*/ 70586 h 216890"/>
                    <a:gd name="connsiteX2" fmla="*/ 10357 w 285058"/>
                    <a:gd name="connsiteY2" fmla="*/ 139166 h 216890"/>
                    <a:gd name="connsiteX3" fmla="*/ 112084 w 285058"/>
                    <a:gd name="connsiteY3" fmla="*/ 101 h 216890"/>
                    <a:gd name="connsiteX4" fmla="*/ 69793 w 285058"/>
                    <a:gd name="connsiteY4" fmla="*/ 163550 h 216890"/>
                    <a:gd name="connsiteX5" fmla="*/ 161233 w 285058"/>
                    <a:gd name="connsiteY5" fmla="*/ 24866 h 216890"/>
                    <a:gd name="connsiteX6" fmla="*/ 129229 w 285058"/>
                    <a:gd name="connsiteY6" fmla="*/ 190982 h 216890"/>
                    <a:gd name="connsiteX7" fmla="*/ 215716 w 285058"/>
                    <a:gd name="connsiteY7" fmla="*/ 63728 h 216890"/>
                    <a:gd name="connsiteX8" fmla="*/ 210382 w 285058"/>
                    <a:gd name="connsiteY8" fmla="*/ 170027 h 216890"/>
                    <a:gd name="connsiteX9" fmla="*/ 285058 w 285058"/>
                    <a:gd name="connsiteY9" fmla="*/ 216890 h 216890"/>
                    <a:gd name="connsiteX0" fmla="*/ 5 w 328427"/>
                    <a:gd name="connsiteY0" fmla="*/ 1625 h 216890"/>
                    <a:gd name="connsiteX1" fmla="*/ 49917 w 328427"/>
                    <a:gd name="connsiteY1" fmla="*/ 7058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5 w 328427"/>
                    <a:gd name="connsiteY0" fmla="*/ 1625 h 216890"/>
                    <a:gd name="connsiteX1" fmla="*/ 65157 w 328427"/>
                    <a:gd name="connsiteY1" fmla="*/ 5534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4 w 328426"/>
                    <a:gd name="connsiteY0" fmla="*/ 1625 h 216890"/>
                    <a:gd name="connsiteX1" fmla="*/ 82301 w 328426"/>
                    <a:gd name="connsiteY1" fmla="*/ 38201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4 w 328426"/>
                    <a:gd name="connsiteY0" fmla="*/ 1625 h 216890"/>
                    <a:gd name="connsiteX1" fmla="*/ 65156 w 328426"/>
                    <a:gd name="connsiteY1" fmla="*/ 36296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3 w 341760"/>
                    <a:gd name="connsiteY0" fmla="*/ 0 h 220980"/>
                    <a:gd name="connsiteX1" fmla="*/ 78490 w 341760"/>
                    <a:gd name="connsiteY1" fmla="*/ 40386 h 220980"/>
                    <a:gd name="connsiteX2" fmla="*/ 67059 w 341760"/>
                    <a:gd name="connsiteY2" fmla="*/ 143256 h 220980"/>
                    <a:gd name="connsiteX3" fmla="*/ 168786 w 341760"/>
                    <a:gd name="connsiteY3" fmla="*/ 4191 h 220980"/>
                    <a:gd name="connsiteX4" fmla="*/ 126495 w 341760"/>
                    <a:gd name="connsiteY4" fmla="*/ 167640 h 220980"/>
                    <a:gd name="connsiteX5" fmla="*/ 217935 w 341760"/>
                    <a:gd name="connsiteY5" fmla="*/ 28956 h 220980"/>
                    <a:gd name="connsiteX6" fmla="*/ 185931 w 341760"/>
                    <a:gd name="connsiteY6" fmla="*/ 195072 h 220980"/>
                    <a:gd name="connsiteX7" fmla="*/ 272418 w 341760"/>
                    <a:gd name="connsiteY7" fmla="*/ 67818 h 220980"/>
                    <a:gd name="connsiteX8" fmla="*/ 267084 w 341760"/>
                    <a:gd name="connsiteY8" fmla="*/ 174117 h 220980"/>
                    <a:gd name="connsiteX9" fmla="*/ 341760 w 341760"/>
                    <a:gd name="connsiteY9" fmla="*/ 220980 h 220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1760" h="220980">
                      <a:moveTo>
                        <a:pt x="3" y="0"/>
                      </a:moveTo>
                      <a:cubicBezTo>
                        <a:pt x="-568" y="698"/>
                        <a:pt x="71441" y="31433"/>
                        <a:pt x="78490" y="40386"/>
                      </a:cubicBezTo>
                      <a:cubicBezTo>
                        <a:pt x="85539" y="49340"/>
                        <a:pt x="42485" y="158179"/>
                        <a:pt x="67059" y="143256"/>
                      </a:cubicBezTo>
                      <a:cubicBezTo>
                        <a:pt x="82807" y="120142"/>
                        <a:pt x="158880" y="127"/>
                        <a:pt x="168786" y="4191"/>
                      </a:cubicBezTo>
                      <a:cubicBezTo>
                        <a:pt x="178692" y="8255"/>
                        <a:pt x="118304" y="163513"/>
                        <a:pt x="126495" y="167640"/>
                      </a:cubicBezTo>
                      <a:cubicBezTo>
                        <a:pt x="134686" y="171767"/>
                        <a:pt x="208029" y="24384"/>
                        <a:pt x="217935" y="28956"/>
                      </a:cubicBezTo>
                      <a:cubicBezTo>
                        <a:pt x="227841" y="33528"/>
                        <a:pt x="176851" y="188595"/>
                        <a:pt x="185931" y="195072"/>
                      </a:cubicBezTo>
                      <a:cubicBezTo>
                        <a:pt x="195012" y="201549"/>
                        <a:pt x="258893" y="71310"/>
                        <a:pt x="272418" y="67818"/>
                      </a:cubicBezTo>
                      <a:cubicBezTo>
                        <a:pt x="285943" y="64326"/>
                        <a:pt x="255527" y="148590"/>
                        <a:pt x="267084" y="174117"/>
                      </a:cubicBezTo>
                      <a:cubicBezTo>
                        <a:pt x="278641" y="199644"/>
                        <a:pt x="323282" y="210757"/>
                        <a:pt x="341760" y="220980"/>
                      </a:cubicBezTo>
                    </a:path>
                  </a:pathLst>
                </a:cu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8" name="Pie 493">
                  <a:extLst>
                    <a:ext uri="{FF2B5EF4-FFF2-40B4-BE49-F238E27FC236}">
                      <a16:creationId xmlns:a16="http://schemas.microsoft.com/office/drawing/2014/main" id="{DB4D7078-092E-497B-953D-26D7606FCB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 flipH="1">
                  <a:off x="10400615" y="19523983"/>
                  <a:ext cx="1251081" cy="813324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</a:rPr>
                    <a:t>795nm?</a:t>
                  </a:r>
                </a:p>
              </p:txBody>
            </p:sp>
          </p:grpSp>
          <p:cxnSp>
            <p:nvCxnSpPr>
              <p:cNvPr id="578" name="Straight Connector 577">
                <a:extLst>
                  <a:ext uri="{FF2B5EF4-FFF2-40B4-BE49-F238E27FC236}">
                    <a16:creationId xmlns:a16="http://schemas.microsoft.com/office/drawing/2014/main" id="{70E3A659-D3EC-4476-A12E-1E577677BC08}"/>
                  </a:ext>
                </a:extLst>
              </p:cNvPr>
              <p:cNvCxnSpPr>
                <a:cxnSpLocks/>
                <a:stCxn id="588" idx="0"/>
              </p:cNvCxnSpPr>
              <p:nvPr/>
            </p:nvCxnSpPr>
            <p:spPr>
              <a:xfrm flipH="1" flipV="1">
                <a:off x="10855785" y="16663158"/>
                <a:ext cx="20706" cy="225239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Straight Connector 578">
                <a:extLst>
                  <a:ext uri="{FF2B5EF4-FFF2-40B4-BE49-F238E27FC236}">
                    <a16:creationId xmlns:a16="http://schemas.microsoft.com/office/drawing/2014/main" id="{C8D5F475-433C-4806-871B-680800CD59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53549" y="16679876"/>
                <a:ext cx="2600291" cy="7569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Straight Connector 579">
                <a:extLst>
                  <a:ext uri="{FF2B5EF4-FFF2-40B4-BE49-F238E27FC236}">
                    <a16:creationId xmlns:a16="http://schemas.microsoft.com/office/drawing/2014/main" id="{4E2C0BE7-38EC-4EDF-92AA-8D1F0A835E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367703" y="11168373"/>
                <a:ext cx="52965" cy="551907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Straight Connector 580">
                <a:extLst>
                  <a:ext uri="{FF2B5EF4-FFF2-40B4-BE49-F238E27FC236}">
                    <a16:creationId xmlns:a16="http://schemas.microsoft.com/office/drawing/2014/main" id="{E1CE68EF-E01D-4D17-94CE-58E4EB2FAD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67701" y="11918524"/>
                <a:ext cx="1571332" cy="15435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Straight Connector 581">
                <a:extLst>
                  <a:ext uri="{FF2B5EF4-FFF2-40B4-BE49-F238E27FC236}">
                    <a16:creationId xmlns:a16="http://schemas.microsoft.com/office/drawing/2014/main" id="{C5C86D56-FDDE-4F1C-A2F3-7AF0E59BE1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341909" y="2136269"/>
                <a:ext cx="35433" cy="787413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Straight Connector 582">
                <a:extLst>
                  <a:ext uri="{FF2B5EF4-FFF2-40B4-BE49-F238E27FC236}">
                    <a16:creationId xmlns:a16="http://schemas.microsoft.com/office/drawing/2014/main" id="{FB90EF9B-C1D6-4EB4-9E4C-B0DE333BD4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10142" y="2142281"/>
                <a:ext cx="7530441" cy="2984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Straight Connector 583">
                <a:extLst>
                  <a:ext uri="{FF2B5EF4-FFF2-40B4-BE49-F238E27FC236}">
                    <a16:creationId xmlns:a16="http://schemas.microsoft.com/office/drawing/2014/main" id="{2999DFBC-9AA7-408D-A8DA-31B3B26CAB5A}"/>
                  </a:ext>
                </a:extLst>
              </p:cNvPr>
              <p:cNvCxnSpPr>
                <a:cxnSpLocks/>
                <a:stCxn id="572" idx="0"/>
              </p:cNvCxnSpPr>
              <p:nvPr/>
            </p:nvCxnSpPr>
            <p:spPr>
              <a:xfrm flipH="1" flipV="1">
                <a:off x="13180346" y="1954807"/>
                <a:ext cx="187356" cy="804706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Straight Connector 584">
                <a:extLst>
                  <a:ext uri="{FF2B5EF4-FFF2-40B4-BE49-F238E27FC236}">
                    <a16:creationId xmlns:a16="http://schemas.microsoft.com/office/drawing/2014/main" id="{F76BFBDD-D498-478D-8285-D90CA4EA95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9369" y="1912973"/>
                <a:ext cx="4000967" cy="4888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Straight Connector 585">
                <a:extLst>
                  <a:ext uri="{FF2B5EF4-FFF2-40B4-BE49-F238E27FC236}">
                    <a16:creationId xmlns:a16="http://schemas.microsoft.com/office/drawing/2014/main" id="{7CA6ACDC-1DEA-4287-B641-9C003B7DFE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2835" y="11926144"/>
                <a:ext cx="9094865" cy="8933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DE6FD86D-4F70-4199-A978-14AD1421A450}"/>
                </a:ext>
              </a:extLst>
            </p:cNvPr>
            <p:cNvSpPr txBox="1"/>
            <p:nvPr/>
          </p:nvSpPr>
          <p:spPr>
            <a:xfrm>
              <a:off x="4271209" y="744111"/>
              <a:ext cx="112875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AOM 1</a:t>
              </a:r>
            </a:p>
          </p:txBody>
        </p: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7F4EDBD9-B637-4FE3-B63A-339A9C546C36}"/>
                </a:ext>
              </a:extLst>
            </p:cNvPr>
            <p:cNvCxnSpPr>
              <a:cxnSpLocks/>
            </p:cNvCxnSpPr>
            <p:nvPr/>
          </p:nvCxnSpPr>
          <p:spPr>
            <a:xfrm rot="204879" flipH="1" flipV="1">
              <a:off x="9121049" y="1545686"/>
              <a:ext cx="39480" cy="57227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E379DFE5-28A1-4E28-8FD9-E03C5E937B2F}"/>
                </a:ext>
              </a:extLst>
            </p:cNvPr>
            <p:cNvGrpSpPr/>
            <p:nvPr/>
          </p:nvGrpSpPr>
          <p:grpSpPr>
            <a:xfrm rot="13677109">
              <a:off x="8751470" y="1673172"/>
              <a:ext cx="607742" cy="269064"/>
              <a:chOff x="7731840" y="14026689"/>
              <a:chExt cx="1351200" cy="463704"/>
            </a:xfrm>
          </p:grpSpPr>
          <p:cxnSp>
            <p:nvCxnSpPr>
              <p:cNvPr id="561" name="Straight Connector 560">
                <a:extLst>
                  <a:ext uri="{FF2B5EF4-FFF2-40B4-BE49-F238E27FC236}">
                    <a16:creationId xmlns:a16="http://schemas.microsoft.com/office/drawing/2014/main" id="{B7B55E07-617E-4DE1-8C70-40324E27F309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Straight Connector 561">
                <a:extLst>
                  <a:ext uri="{FF2B5EF4-FFF2-40B4-BE49-F238E27FC236}">
                    <a16:creationId xmlns:a16="http://schemas.microsoft.com/office/drawing/2014/main" id="{44F5935F-5188-49DA-995D-967F242B00CA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Straight Connector 562">
                <a:extLst>
                  <a:ext uri="{FF2B5EF4-FFF2-40B4-BE49-F238E27FC236}">
                    <a16:creationId xmlns:a16="http://schemas.microsoft.com/office/drawing/2014/main" id="{9A13D870-A05B-42A1-8501-C2AEBD0A4CFF}"/>
                  </a:ext>
                </a:extLst>
              </p:cNvPr>
              <p:cNvCxnSpPr/>
              <p:nvPr/>
            </p:nvCxnSpPr>
            <p:spPr>
              <a:xfrm>
                <a:off x="8083400" y="14260405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05FB1F42-72D7-43E3-BA1A-4BEB312E6084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1C1BC399-A6CC-4CF8-9E62-85DAA13FBC5B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F40FF422-B02E-42DC-AE21-155919AA67C8}"/>
                </a:ext>
              </a:extLst>
            </p:cNvPr>
            <p:cNvCxnSpPr>
              <a:cxnSpLocks/>
            </p:cNvCxnSpPr>
            <p:nvPr/>
          </p:nvCxnSpPr>
          <p:spPr>
            <a:xfrm rot="204879" flipH="1" flipV="1">
              <a:off x="9125691" y="2109161"/>
              <a:ext cx="39480" cy="572276"/>
            </a:xfrm>
            <a:prstGeom prst="line">
              <a:avLst/>
            </a:prstGeom>
            <a:ln w="57150" cmpd="thinThick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5" name="Rounded Rectangle 539">
              <a:extLst>
                <a:ext uri="{FF2B5EF4-FFF2-40B4-BE49-F238E27FC236}">
                  <a16:creationId xmlns:a16="http://schemas.microsoft.com/office/drawing/2014/main" id="{B42C3951-4882-4572-B5F4-EE4FB776F7DF}"/>
                </a:ext>
              </a:extLst>
            </p:cNvPr>
            <p:cNvSpPr/>
            <p:nvPr/>
          </p:nvSpPr>
          <p:spPr>
            <a:xfrm rot="5400000">
              <a:off x="14633388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56" name="Rounded Rectangle 540">
              <a:extLst>
                <a:ext uri="{FF2B5EF4-FFF2-40B4-BE49-F238E27FC236}">
                  <a16:creationId xmlns:a16="http://schemas.microsoft.com/office/drawing/2014/main" id="{199939D0-911A-4676-98CD-8C0C9D845638}"/>
                </a:ext>
              </a:extLst>
            </p:cNvPr>
            <p:cNvSpPr/>
            <p:nvPr/>
          </p:nvSpPr>
          <p:spPr>
            <a:xfrm rot="5400000">
              <a:off x="14819520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57" name="Rounded Rectangle 541">
              <a:extLst>
                <a:ext uri="{FF2B5EF4-FFF2-40B4-BE49-F238E27FC236}">
                  <a16:creationId xmlns:a16="http://schemas.microsoft.com/office/drawing/2014/main" id="{2C0143CC-0E6A-44B7-8137-FA8F4831D211}"/>
                </a:ext>
              </a:extLst>
            </p:cNvPr>
            <p:cNvSpPr/>
            <p:nvPr/>
          </p:nvSpPr>
          <p:spPr>
            <a:xfrm rot="5400000">
              <a:off x="15021454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58" name="Rounded Rectangle 539">
              <a:extLst>
                <a:ext uri="{FF2B5EF4-FFF2-40B4-BE49-F238E27FC236}">
                  <a16:creationId xmlns:a16="http://schemas.microsoft.com/office/drawing/2014/main" id="{2AE208A0-C20F-492B-9471-D2761FD01FC4}"/>
                </a:ext>
              </a:extLst>
            </p:cNvPr>
            <p:cNvSpPr/>
            <p:nvPr/>
          </p:nvSpPr>
          <p:spPr>
            <a:xfrm rot="5400000">
              <a:off x="5112730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59" name="Rounded Rectangle 540">
              <a:extLst>
                <a:ext uri="{FF2B5EF4-FFF2-40B4-BE49-F238E27FC236}">
                  <a16:creationId xmlns:a16="http://schemas.microsoft.com/office/drawing/2014/main" id="{C4E39921-00CE-4728-A8C6-5E1B56BD019A}"/>
                </a:ext>
              </a:extLst>
            </p:cNvPr>
            <p:cNvSpPr/>
            <p:nvPr/>
          </p:nvSpPr>
          <p:spPr>
            <a:xfrm rot="5400000">
              <a:off x="5298862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60" name="Rounded Rectangle 541">
              <a:extLst>
                <a:ext uri="{FF2B5EF4-FFF2-40B4-BE49-F238E27FC236}">
                  <a16:creationId xmlns:a16="http://schemas.microsoft.com/office/drawing/2014/main" id="{9335428A-3C73-4181-86F5-DDC1C942AE8C}"/>
                </a:ext>
              </a:extLst>
            </p:cNvPr>
            <p:cNvSpPr/>
            <p:nvPr/>
          </p:nvSpPr>
          <p:spPr>
            <a:xfrm rot="5400000">
              <a:off x="5500796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244603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9709DCF-F35B-44E8-9BC7-3375D0BE8801}"/>
              </a:ext>
            </a:extLst>
          </p:cNvPr>
          <p:cNvGrpSpPr/>
          <p:nvPr/>
        </p:nvGrpSpPr>
        <p:grpSpPr>
          <a:xfrm>
            <a:off x="20559827" y="1643520"/>
            <a:ext cx="2173135" cy="1047492"/>
            <a:chOff x="36426745" y="1307682"/>
            <a:chExt cx="2173135" cy="10474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F479EC-3649-4B0B-9925-A825D5EF6BCB}"/>
                </a:ext>
              </a:extLst>
            </p:cNvPr>
            <p:cNvSpPr/>
            <p:nvPr/>
          </p:nvSpPr>
          <p:spPr>
            <a:xfrm>
              <a:off x="36426745" y="2088664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" name="Rounded Rectangle 175">
              <a:extLst>
                <a:ext uri="{FF2B5EF4-FFF2-40B4-BE49-F238E27FC236}">
                  <a16:creationId xmlns:a16="http://schemas.microsoft.com/office/drawing/2014/main" id="{05CBC564-01D5-4D35-B008-67E840DC1DCF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425EE2-AD91-4F3B-9586-5B73CC219086}"/>
                    </a:ext>
                  </a:extLst>
                </p:cNvPr>
                <p:cNvSpPr txBox="1"/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BD999F8-B9BE-3FC2-03A7-1DF59FA46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9AC04E-E034-47E3-BB64-94B66044C4C8}"/>
                    </a:ext>
                  </a:extLst>
                </p:cNvPr>
                <p:cNvSpPr txBox="1"/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7DD1F3B-8FD5-58DC-B552-AADFFB2A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5D6BE35-FF5C-4BE0-93FB-48D45DB29CCD}"/>
              </a:ext>
            </a:extLst>
          </p:cNvPr>
          <p:cNvSpPr txBox="1"/>
          <p:nvPr/>
        </p:nvSpPr>
        <p:spPr>
          <a:xfrm>
            <a:off x="21951193" y="3013146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Beam dump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F484E-E1B6-41C1-97B4-0A78A01A2CF1}"/>
              </a:ext>
            </a:extLst>
          </p:cNvPr>
          <p:cNvSpPr txBox="1"/>
          <p:nvPr/>
        </p:nvSpPr>
        <p:spPr>
          <a:xfrm>
            <a:off x="22083200" y="420467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PBS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4511E1-5049-40FB-B3BF-89CA0BE7BFC8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540006" y="6667838"/>
            <a:ext cx="946187" cy="604732"/>
            <a:chOff x="7039330" y="13503713"/>
            <a:chExt cx="1296295" cy="83407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982310-E83C-47F5-A3B3-F5937B6776D0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F44B7F-5C5C-4453-A45D-205277E875DD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95052B5-090E-475D-BB83-5EA8D7EA9B2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D76EA00-CA5E-48EB-A093-3B49CAD757EC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8D94E38-7490-48D2-AE1E-7DDC93098D7F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79C85A-A622-4CC5-AF32-703FCA7ADFC0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6C63413-70FF-4107-B2BD-DF163ABE03A7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092FD62-472B-4F8F-B0CF-326A9FF3D862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6F70F7C-BE53-4347-B518-D842917BCDBC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1E92BAE-5153-4F42-BD9D-C56074E972B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2E310F-A1D2-484B-ADE6-D6A98D2A423D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B63985-903A-4E09-9BCB-2A5EE9F87736}"/>
              </a:ext>
            </a:extLst>
          </p:cNvPr>
          <p:cNvSpPr txBox="1"/>
          <p:nvPr/>
        </p:nvSpPr>
        <p:spPr>
          <a:xfrm>
            <a:off x="21793640" y="665218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0.5/1</a:t>
            </a:r>
            <a:r>
              <a:rPr lang="en-US" sz="2800" dirty="0"/>
              <a:t>inch Mirror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99C1A5-E207-498A-B1B1-5442784B3A16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189052" y="7923590"/>
            <a:ext cx="1630731" cy="1042241"/>
            <a:chOff x="7039330" y="13503713"/>
            <a:chExt cx="1296295" cy="83407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2FA566-8EED-4048-A06E-C5A5065644CA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89C574-EA72-4CD1-A9AC-A623A8672E17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6ADFA96-0D14-4C2A-82A2-28614DC7FFF2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DC2C32-AB9F-4F6D-B644-8DE659EC6310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E171AC-1521-4AF9-B7EF-753D2838ABAD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76ACE28-4892-49B5-B505-77618C9AE19C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010B6B-F4A6-4950-B92A-009809BFDE55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9636F01-DE7A-49EE-AD98-26446A6B1C66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1F57233-98F5-479F-9435-557E51394528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9E42317-AA42-4C15-88DC-40C424D3213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8DD850F-EB3B-4FB6-BB70-B2CAEA2142EF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359290-4A44-40EF-9474-8178C235D03F}"/>
              </a:ext>
            </a:extLst>
          </p:cNvPr>
          <p:cNvSpPr txBox="1"/>
          <p:nvPr/>
        </p:nvSpPr>
        <p:spPr>
          <a:xfrm>
            <a:off x="21827930" y="776851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</a:t>
            </a:r>
            <a:r>
              <a:rPr lang="en-US" sz="2800" dirty="0"/>
              <a:t>2 inch Mirror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A2E88-B19F-4A5D-9764-257F78B4288C}"/>
              </a:ext>
            </a:extLst>
          </p:cNvPr>
          <p:cNvSpPr txBox="1"/>
          <p:nvPr/>
        </p:nvSpPr>
        <p:spPr>
          <a:xfrm>
            <a:off x="22616600" y="519781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9FC36C-2BE1-4CD7-883A-6A383B803FBF}"/>
              </a:ext>
            </a:extLst>
          </p:cNvPr>
          <p:cNvGrpSpPr>
            <a:grpSpLocks noChangeAspect="1"/>
          </p:cNvGrpSpPr>
          <p:nvPr/>
        </p:nvGrpSpPr>
        <p:grpSpPr>
          <a:xfrm>
            <a:off x="20691426" y="5127614"/>
            <a:ext cx="893745" cy="808015"/>
            <a:chOff x="10449840" y="13716000"/>
            <a:chExt cx="415805" cy="3759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07D29F-66FA-47E5-865F-5A7627C5BB2C}"/>
                </a:ext>
              </a:extLst>
            </p:cNvPr>
            <p:cNvSpPr/>
            <p:nvPr/>
          </p:nvSpPr>
          <p:spPr>
            <a:xfrm>
              <a:off x="10449840" y="13716000"/>
              <a:ext cx="415805" cy="3759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7000"/>
              </a:schemeClr>
            </a:solidFill>
            <a:ln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1B4672C-1847-49E0-A6D1-BCB93C2B5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1584" y="13717547"/>
              <a:ext cx="401955" cy="371475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AF93460-0C3F-4326-8893-4131BF6D8EF3}"/>
              </a:ext>
            </a:extLst>
          </p:cNvPr>
          <p:cNvSpPr/>
          <p:nvPr/>
        </p:nvSpPr>
        <p:spPr>
          <a:xfrm>
            <a:off x="20842365" y="9623414"/>
            <a:ext cx="243840" cy="1173480"/>
          </a:xfrm>
          <a:prstGeom prst="roundRect">
            <a:avLst/>
          </a:prstGeom>
          <a:solidFill>
            <a:srgbClr val="371B9D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B7926-AF94-4CFE-B39A-1F1258C7CC9E}"/>
              </a:ext>
            </a:extLst>
          </p:cNvPr>
          <p:cNvSpPr txBox="1"/>
          <p:nvPr/>
        </p:nvSpPr>
        <p:spPr>
          <a:xfrm>
            <a:off x="21874592" y="9879167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Filter for 795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B3D134-CDE4-4336-9469-EE76C30A2AF6}"/>
              </a:ext>
            </a:extLst>
          </p:cNvPr>
          <p:cNvGrpSpPr/>
          <p:nvPr/>
        </p:nvGrpSpPr>
        <p:grpSpPr>
          <a:xfrm>
            <a:off x="20696916" y="3019128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" name="Rounded Rectangle 539">
              <a:extLst>
                <a:ext uri="{FF2B5EF4-FFF2-40B4-BE49-F238E27FC236}">
                  <a16:creationId xmlns:a16="http://schemas.microsoft.com/office/drawing/2014/main" id="{9CDD6E34-2E3B-4A8A-941F-08128BE8B4FD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6" name="Rounded Rectangle 540">
              <a:extLst>
                <a:ext uri="{FF2B5EF4-FFF2-40B4-BE49-F238E27FC236}">
                  <a16:creationId xmlns:a16="http://schemas.microsoft.com/office/drawing/2014/main" id="{5BCA7915-CFEE-43D1-8929-472687EF63F9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7" name="Rounded Rectangle 541">
              <a:extLst>
                <a:ext uri="{FF2B5EF4-FFF2-40B4-BE49-F238E27FC236}">
                  <a16:creationId xmlns:a16="http://schemas.microsoft.com/office/drawing/2014/main" id="{21E50B2E-4593-4C1E-A110-EFA550C25F68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5872CAC-20BA-4DA8-9A49-5ABA40C85803}"/>
              </a:ext>
            </a:extLst>
          </p:cNvPr>
          <p:cNvSpPr txBox="1"/>
          <p:nvPr/>
        </p:nvSpPr>
        <p:spPr>
          <a:xfrm>
            <a:off x="21783152" y="129367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Lens</a:t>
            </a:r>
          </a:p>
        </p:txBody>
      </p:sp>
      <p:sp>
        <p:nvSpPr>
          <p:cNvPr id="49" name="Chord 48">
            <a:extLst>
              <a:ext uri="{FF2B5EF4-FFF2-40B4-BE49-F238E27FC236}">
                <a16:creationId xmlns:a16="http://schemas.microsoft.com/office/drawing/2014/main" id="{9BE23323-7187-42A7-B2A7-831521864674}"/>
              </a:ext>
            </a:extLst>
          </p:cNvPr>
          <p:cNvSpPr>
            <a:spLocks noChangeAspect="1"/>
          </p:cNvSpPr>
          <p:nvPr/>
        </p:nvSpPr>
        <p:spPr>
          <a:xfrm rot="18954449">
            <a:off x="20891635" y="12594235"/>
            <a:ext cx="1595152" cy="1595152"/>
          </a:xfrm>
          <a:prstGeom prst="chord">
            <a:avLst>
              <a:gd name="adj1" fmla="val 10380880"/>
              <a:gd name="adj2" fmla="val 16200000"/>
            </a:avLst>
          </a:prstGeom>
          <a:solidFill>
            <a:schemeClr val="accent4">
              <a:lumMod val="75000"/>
              <a:alpha val="4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B4E90E-0659-444D-B024-2F1C9FAB101F}"/>
              </a:ext>
            </a:extLst>
          </p:cNvPr>
          <p:cNvGrpSpPr>
            <a:grpSpLocks noChangeAspect="1"/>
          </p:cNvGrpSpPr>
          <p:nvPr/>
        </p:nvGrpSpPr>
        <p:grpSpPr>
          <a:xfrm>
            <a:off x="20367398" y="14595426"/>
            <a:ext cx="1597055" cy="1662589"/>
            <a:chOff x="15614409" y="10984620"/>
            <a:chExt cx="1597055" cy="166258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4DA335-E7D5-40BE-9FD1-13AD442D7BAF}"/>
                </a:ext>
              </a:extLst>
            </p:cNvPr>
            <p:cNvCxnSpPr/>
            <p:nvPr/>
          </p:nvCxnSpPr>
          <p:spPr>
            <a:xfrm>
              <a:off x="15819120" y="1132840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FDD0FCF-A0D0-488E-B8E0-CCEC2777D3AA}"/>
                </a:ext>
              </a:extLst>
            </p:cNvPr>
            <p:cNvCxnSpPr/>
            <p:nvPr/>
          </p:nvCxnSpPr>
          <p:spPr>
            <a:xfrm>
              <a:off x="17003776" y="1131824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hord 52">
              <a:extLst>
                <a:ext uri="{FF2B5EF4-FFF2-40B4-BE49-F238E27FC236}">
                  <a16:creationId xmlns:a16="http://schemas.microsoft.com/office/drawing/2014/main" id="{A0E83237-D444-42A5-888C-3CC4327022BA}"/>
                </a:ext>
              </a:extLst>
            </p:cNvPr>
            <p:cNvSpPr>
              <a:spLocks noChangeAspect="1"/>
            </p:cNvSpPr>
            <p:nvPr/>
          </p:nvSpPr>
          <p:spPr>
            <a:xfrm rot="2893358">
              <a:off x="15616312" y="11052057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hord 53">
              <a:extLst>
                <a:ext uri="{FF2B5EF4-FFF2-40B4-BE49-F238E27FC236}">
                  <a16:creationId xmlns:a16="http://schemas.microsoft.com/office/drawing/2014/main" id="{B1050186-8E11-496B-B1A3-434EB3ADC2B6}"/>
                </a:ext>
              </a:extLst>
            </p:cNvPr>
            <p:cNvSpPr>
              <a:spLocks noChangeAspect="1"/>
            </p:cNvSpPr>
            <p:nvPr/>
          </p:nvSpPr>
          <p:spPr>
            <a:xfrm rot="13677858">
              <a:off x="15614409" y="10984620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C4CDCAA-A836-4C9E-971C-4375A4194FE2}"/>
              </a:ext>
            </a:extLst>
          </p:cNvPr>
          <p:cNvSpPr txBox="1"/>
          <p:nvPr/>
        </p:nvSpPr>
        <p:spPr>
          <a:xfrm>
            <a:off x="22133672" y="1515675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Telescope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78996C-512A-42B2-B817-FEEF6D989188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20996236" y="16609604"/>
            <a:ext cx="336616" cy="2268499"/>
            <a:chOff x="19674840" y="17815560"/>
            <a:chExt cx="350520" cy="23622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96C667C-7518-435A-AAAE-7FE8BC20291F}"/>
                </a:ext>
              </a:extLst>
            </p:cNvPr>
            <p:cNvGrpSpPr/>
            <p:nvPr/>
          </p:nvGrpSpPr>
          <p:grpSpPr>
            <a:xfrm>
              <a:off x="19674840" y="17815560"/>
              <a:ext cx="350520" cy="2362200"/>
              <a:chOff x="19674840" y="17815560"/>
              <a:chExt cx="350520" cy="23622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9C1FAB-0A24-4579-9F2D-96B3E691A384}"/>
                  </a:ext>
                </a:extLst>
              </p:cNvPr>
              <p:cNvSpPr/>
              <p:nvPr/>
            </p:nvSpPr>
            <p:spPr>
              <a:xfrm>
                <a:off x="19674840" y="17815560"/>
                <a:ext cx="350520" cy="236220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9FBA00A-FE88-4416-BAC1-D68187963B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51163" y="18329910"/>
                <a:ext cx="197875" cy="13335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55062BF-75EB-4AB8-B3A9-DEBAEE745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06982" y="18706080"/>
              <a:ext cx="86237" cy="5811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C881370-FF02-40DB-B36E-B21CF9B0A17E}"/>
              </a:ext>
            </a:extLst>
          </p:cNvPr>
          <p:cNvSpPr txBox="1"/>
          <p:nvPr/>
        </p:nvSpPr>
        <p:spPr>
          <a:xfrm>
            <a:off x="22380052" y="173182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Iris</a:t>
            </a:r>
          </a:p>
        </p:txBody>
      </p:sp>
      <p:sp>
        <p:nvSpPr>
          <p:cNvPr id="62" name="Pie 493">
            <a:extLst>
              <a:ext uri="{FF2B5EF4-FFF2-40B4-BE49-F238E27FC236}">
                <a16:creationId xmlns:a16="http://schemas.microsoft.com/office/drawing/2014/main" id="{A339C7C3-94F3-46D1-9069-780880879F8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0537297" y="11609265"/>
            <a:ext cx="866485" cy="563299"/>
          </a:xfrm>
          <a:prstGeom prst="flowChartManualOperation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6D6A40-8235-44FF-95DD-5707D07AA73E}"/>
              </a:ext>
            </a:extLst>
          </p:cNvPr>
          <p:cNvSpPr txBox="1"/>
          <p:nvPr/>
        </p:nvSpPr>
        <p:spPr>
          <a:xfrm>
            <a:off x="21573618" y="11680012"/>
            <a:ext cx="252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collimator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051655-4682-4A38-97AA-74E06DA6F96C}"/>
              </a:ext>
            </a:extLst>
          </p:cNvPr>
          <p:cNvGrpSpPr/>
          <p:nvPr/>
        </p:nvGrpSpPr>
        <p:grpSpPr>
          <a:xfrm>
            <a:off x="20803700" y="4079137"/>
            <a:ext cx="652922" cy="720022"/>
            <a:chOff x="36090295" y="3317783"/>
            <a:chExt cx="652922" cy="72002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7A5A6B-5F90-42D6-B236-609ECA66C220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B92050B-0F19-4B0A-BE89-62EDBC2FA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E888EC90-B352-4D38-B556-2783DF5E7316}"/>
              </a:ext>
            </a:extLst>
          </p:cNvPr>
          <p:cNvSpPr/>
          <p:nvPr/>
        </p:nvSpPr>
        <p:spPr>
          <a:xfrm rot="2391979">
            <a:off x="22019897" y="4847669"/>
            <a:ext cx="304800" cy="1341120"/>
          </a:xfrm>
          <a:prstGeom prst="ellipse">
            <a:avLst/>
          </a:prstGeom>
          <a:solidFill>
            <a:schemeClr val="accent2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2B87CE90-283E-4F9F-8701-A871E7280AAD}"/>
              </a:ext>
            </a:extLst>
          </p:cNvPr>
          <p:cNvSpPr txBox="1"/>
          <p:nvPr/>
        </p:nvSpPr>
        <p:spPr>
          <a:xfrm>
            <a:off x="22133672" y="20111461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AOM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4C42BB45-BEB8-4A38-89C7-C5CB130F6FAB}"/>
              </a:ext>
            </a:extLst>
          </p:cNvPr>
          <p:cNvSpPr/>
          <p:nvPr/>
        </p:nvSpPr>
        <p:spPr>
          <a:xfrm>
            <a:off x="20389187" y="19770056"/>
            <a:ext cx="1625938" cy="11665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AOM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874DC03-05DA-4FEC-A475-D8748A5A1AEF}"/>
              </a:ext>
            </a:extLst>
          </p:cNvPr>
          <p:cNvGrpSpPr/>
          <p:nvPr/>
        </p:nvGrpSpPr>
        <p:grpSpPr>
          <a:xfrm>
            <a:off x="24840854" y="3153415"/>
            <a:ext cx="1953291" cy="1251081"/>
            <a:chOff x="9479527" y="19305104"/>
            <a:chExt cx="1953291" cy="1251081"/>
          </a:xfrm>
        </p:grpSpPr>
        <p:sp>
          <p:nvSpPr>
            <p:cNvPr id="127" name="Freeform 494">
              <a:extLst>
                <a:ext uri="{FF2B5EF4-FFF2-40B4-BE49-F238E27FC236}">
                  <a16:creationId xmlns:a16="http://schemas.microsoft.com/office/drawing/2014/main" id="{1FEEA1C8-9E17-4DF8-BF29-CFB97598A352}"/>
                </a:ext>
              </a:extLst>
            </p:cNvPr>
            <p:cNvSpPr/>
            <p:nvPr/>
          </p:nvSpPr>
          <p:spPr>
            <a:xfrm rot="1563107" flipH="1">
              <a:off x="9479527" y="19659136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Pie 493">
              <a:extLst>
                <a:ext uri="{FF2B5EF4-FFF2-40B4-BE49-F238E27FC236}">
                  <a16:creationId xmlns:a16="http://schemas.microsoft.com/office/drawing/2014/main" id="{AFDDA1EC-CFD9-4D55-9508-A33C660375A0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10400615" y="19523983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795nm?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9D3B6B8A-9785-4DED-BC69-B809E48B1670}"/>
              </a:ext>
            </a:extLst>
          </p:cNvPr>
          <p:cNvSpPr txBox="1"/>
          <p:nvPr/>
        </p:nvSpPr>
        <p:spPr>
          <a:xfrm>
            <a:off x="32701494" y="12705959"/>
            <a:ext cx="35862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sz="2400" b="1" dirty="0"/>
              <a:t>משימות: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/>
              <a:t>לסמן קרניים חוזרות בירוק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60863DB-23F6-487A-897E-736FD4CA1BB2}"/>
              </a:ext>
            </a:extLst>
          </p:cNvPr>
          <p:cNvSpPr/>
          <p:nvPr/>
        </p:nvSpPr>
        <p:spPr>
          <a:xfrm>
            <a:off x="29074501" y="9233856"/>
            <a:ext cx="5518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https://wavelength-oe.com/iw/acousto-optic-deflectors/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10F0D5A-B272-4FC0-BAA9-7F597F430A94}"/>
              </a:ext>
            </a:extLst>
          </p:cNvPr>
          <p:cNvGrpSpPr/>
          <p:nvPr/>
        </p:nvGrpSpPr>
        <p:grpSpPr>
          <a:xfrm>
            <a:off x="4271209" y="744111"/>
            <a:ext cx="11287545" cy="20123296"/>
            <a:chOff x="4271209" y="744111"/>
            <a:chExt cx="11287545" cy="2012329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D6671D6-CB81-44CF-83DD-C3D6FB90DA55}"/>
                </a:ext>
              </a:extLst>
            </p:cNvPr>
            <p:cNvGrpSpPr/>
            <p:nvPr/>
          </p:nvGrpSpPr>
          <p:grpSpPr>
            <a:xfrm>
              <a:off x="4271209" y="1776821"/>
              <a:ext cx="11287545" cy="19090586"/>
              <a:chOff x="4272835" y="1778258"/>
              <a:chExt cx="11287545" cy="19090586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23B1ED98-4A42-46F4-BD7A-81F95AF6A47D}"/>
                  </a:ext>
                </a:extLst>
              </p:cNvPr>
              <p:cNvSpPr/>
              <p:nvPr/>
            </p:nvSpPr>
            <p:spPr>
              <a:xfrm>
                <a:off x="4272838" y="2028621"/>
                <a:ext cx="11287542" cy="17365165"/>
              </a:xfrm>
              <a:prstGeom prst="rect">
                <a:avLst/>
              </a:prstGeom>
              <a:solidFill>
                <a:schemeClr val="bg2">
                  <a:lumMod val="75000"/>
                  <a:alpha val="37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54E1D9F5-1552-47B5-8BF3-4143E03450C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7100000">
                <a:off x="10348256" y="16307238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F8A7F1BF-826D-47A8-BC5F-7A87DE63CD08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1D560F82-5410-4223-BFF6-0276D9153286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F7A7E1F5-FF55-40FA-988B-7C50A357A227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0D601C3A-D18A-47E6-A815-562022EDAC77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B41045FB-E511-4AEA-93B7-6827580637B8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959D4155-DC25-4B7B-975D-17C92BB6431E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F7730E3C-076F-433F-931A-900E0DCF7559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4490E48B-589A-4E2C-B2EA-7985BA400377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4BFE77DF-2094-4FD0-8243-54B144907A74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4CDA5C78-F238-41B6-B16A-468B200AD992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9BBF5E3E-830A-4765-ABD5-C1268FCC8E2C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2FF5A9B9-BBC1-463F-B0C0-A8417891AFF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6130690">
                <a:off x="12976983" y="1648256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D0CEE2C3-1CE1-4274-B400-682823EF9334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3892BF2B-EA77-4C5C-932B-F7639BE4CE2B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B7489EA0-D1EB-403B-828C-43DEA9FB175D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3CB837D2-9D5E-43F9-BDB4-D2CA4D0B1581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459DA030-A6FA-42CF-95B6-E3F25CCA5196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53E69AF6-AB87-442F-AA0F-9DEF55F23ADF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30797B9E-8529-44FD-8E13-78512F6824F1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0EA823F9-61C3-42D6-AC3D-34ED6331D978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Straight Connector 230">
                    <a:extLst>
                      <a:ext uri="{FF2B5EF4-FFF2-40B4-BE49-F238E27FC236}">
                        <a16:creationId xmlns:a16="http://schemas.microsoft.com/office/drawing/2014/main" id="{B6145200-3FE6-4077-B774-D1FC66573768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Straight Connector 231">
                    <a:extLst>
                      <a:ext uri="{FF2B5EF4-FFF2-40B4-BE49-F238E27FC236}">
                        <a16:creationId xmlns:a16="http://schemas.microsoft.com/office/drawing/2014/main" id="{0133AFA8-6F11-4BF2-AC47-EE2912B1E062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Straight Connector 232">
                    <a:extLst>
                      <a:ext uri="{FF2B5EF4-FFF2-40B4-BE49-F238E27FC236}">
                        <a16:creationId xmlns:a16="http://schemas.microsoft.com/office/drawing/2014/main" id="{11C7863A-B72E-4FEF-8D33-BBDF4A597174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DE535E6F-FA3C-42CB-A428-20FF95AA640C}"/>
                  </a:ext>
                </a:extLst>
              </p:cNvPr>
              <p:cNvSpPr/>
              <p:nvPr/>
            </p:nvSpPr>
            <p:spPr>
              <a:xfrm>
                <a:off x="12909178" y="14421881"/>
                <a:ext cx="1042110" cy="10227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F25DC7FC-861F-415C-B212-16E688786E20}"/>
                      </a:ext>
                    </a:extLst>
                  </p:cNvPr>
                  <p:cNvSpPr txBox="1"/>
                  <p:nvPr/>
                </p:nvSpPr>
                <p:spPr>
                  <a:xfrm>
                    <a:off x="13845510" y="14165171"/>
                    <a:ext cx="123680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F25DC7FC-861F-415C-B212-16E688786E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45510" y="14165171"/>
                    <a:ext cx="1236803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2FDC4D99-1D9A-4E39-8814-33E5DA3B0E8A}"/>
                  </a:ext>
                </a:extLst>
              </p:cNvPr>
              <p:cNvGrpSpPr/>
              <p:nvPr/>
            </p:nvGrpSpPr>
            <p:grpSpPr>
              <a:xfrm>
                <a:off x="13054716" y="11550833"/>
                <a:ext cx="652922" cy="720022"/>
                <a:chOff x="36090295" y="3317783"/>
                <a:chExt cx="652922" cy="720022"/>
              </a:xfrm>
            </p:grpSpPr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906BA97D-9014-41F3-BAE3-393674D49305}"/>
                    </a:ext>
                  </a:extLst>
                </p:cNvPr>
                <p:cNvSpPr/>
                <p:nvPr/>
              </p:nvSpPr>
              <p:spPr>
                <a:xfrm rot="5400000" flipV="1">
                  <a:off x="36056044" y="3357924"/>
                  <a:ext cx="714132" cy="64563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87000"/>
                  </a:schemeClr>
                </a:solidFill>
                <a:ln>
                  <a:solidFill>
                    <a:schemeClr val="bg1">
                      <a:lumMod val="65000"/>
                      <a:alpha val="74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77E732EB-2E25-451C-BA09-E0A1590500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111180" y="3317783"/>
                  <a:ext cx="632037" cy="705577"/>
                </a:xfrm>
                <a:prstGeom prst="line">
                  <a:avLst/>
                </a:prstGeom>
                <a:ln w="19050">
                  <a:solidFill>
                    <a:schemeClr val="bg1">
                      <a:lumMod val="65000"/>
                      <a:alpha val="9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860DAF10-EFEF-44E3-A31F-609498F366C1}"/>
                  </a:ext>
                </a:extLst>
              </p:cNvPr>
              <p:cNvSpPr/>
              <p:nvPr/>
            </p:nvSpPr>
            <p:spPr>
              <a:xfrm>
                <a:off x="12554733" y="10001869"/>
                <a:ext cx="1625938" cy="116650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AOM</a:t>
                </a:r>
              </a:p>
            </p:txBody>
          </p:sp>
          <p:sp>
            <p:nvSpPr>
              <p:cNvPr id="194" name="Rounded Rectangle 175">
                <a:extLst>
                  <a:ext uri="{FF2B5EF4-FFF2-40B4-BE49-F238E27FC236}">
                    <a16:creationId xmlns:a16="http://schemas.microsoft.com/office/drawing/2014/main" id="{89ABFBAD-91EE-4043-9ACB-9CC74B715D49}"/>
                  </a:ext>
                </a:extLst>
              </p:cNvPr>
              <p:cNvSpPr/>
              <p:nvPr/>
            </p:nvSpPr>
            <p:spPr>
              <a:xfrm>
                <a:off x="12869285" y="7281037"/>
                <a:ext cx="1042110" cy="10227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F33CA92B-9DDC-4978-9437-2A845D1FC903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6770" y="6998206"/>
                    <a:ext cx="9358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F33CA92B-9DDC-4978-9437-2A845D1FC9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96770" y="6998206"/>
                    <a:ext cx="93584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Chord 195">
                <a:extLst>
                  <a:ext uri="{FF2B5EF4-FFF2-40B4-BE49-F238E27FC236}">
                    <a16:creationId xmlns:a16="http://schemas.microsoft.com/office/drawing/2014/main" id="{1F5E245E-B121-4C6A-8FA8-D8FEF9FAA19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936333">
                <a:off x="12570125" y="4876048"/>
                <a:ext cx="1595152" cy="1595152"/>
              </a:xfrm>
              <a:prstGeom prst="chord">
                <a:avLst>
                  <a:gd name="adj1" fmla="val 10380880"/>
                  <a:gd name="adj2" fmla="val 16200000"/>
                </a:avLst>
              </a:prstGeom>
              <a:solidFill>
                <a:schemeClr val="accent4">
                  <a:lumMod val="75000"/>
                  <a:alpha val="49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51108FF5-AA00-433B-9284-072CD83D241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472635">
                <a:off x="12975741" y="1778258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E9E7F598-1EF1-4C32-AE4A-D4E3A43D9CAE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1" name="Group 210">
                  <a:extLst>
                    <a:ext uri="{FF2B5EF4-FFF2-40B4-BE49-F238E27FC236}">
                      <a16:creationId xmlns:a16="http://schemas.microsoft.com/office/drawing/2014/main" id="{F0BEB36D-66C5-4F49-ADCD-A4EFC68B146D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E8FDF7CB-9243-40B7-B8EA-842A99742111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9E0F4CD8-094A-43F0-817A-91EF55214710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9E73BADE-4DEE-4C62-89CE-ECEA79829EFB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AC9BCBA4-4F1C-49A7-B4BE-D13D36E3B8FB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5E845805-C72B-47BB-A806-951412C2D5F7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22511CB8-1EA8-4A77-AD96-AE4AA0A64F5D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5D1DFEC0-424A-4683-8E09-198B026E9F66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6731D4C0-B336-4569-8ABF-D71125BCACC2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8313FEC9-86E0-413C-A484-B6CAAB36A718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203F20F8-C8A9-414E-9130-8E02517CDF2F}"/>
                  </a:ext>
                </a:extLst>
              </p:cNvPr>
              <p:cNvGrpSpPr/>
              <p:nvPr/>
            </p:nvGrpSpPr>
            <p:grpSpPr>
              <a:xfrm rot="16200000">
                <a:off x="9899845" y="19266658"/>
                <a:ext cx="1953291" cy="1251081"/>
                <a:chOff x="9479527" y="19305104"/>
                <a:chExt cx="1953291" cy="1251081"/>
              </a:xfrm>
            </p:grpSpPr>
            <p:sp>
              <p:nvSpPr>
                <p:cNvPr id="208" name="Freeform 494">
                  <a:extLst>
                    <a:ext uri="{FF2B5EF4-FFF2-40B4-BE49-F238E27FC236}">
                      <a16:creationId xmlns:a16="http://schemas.microsoft.com/office/drawing/2014/main" id="{0D6F536C-8F9A-4445-A03D-1AF389C1D192}"/>
                    </a:ext>
                  </a:extLst>
                </p:cNvPr>
                <p:cNvSpPr/>
                <p:nvPr/>
              </p:nvSpPr>
              <p:spPr>
                <a:xfrm rot="1563107" flipH="1">
                  <a:off x="9479527" y="19659136"/>
                  <a:ext cx="1037219" cy="670661"/>
                </a:xfrm>
                <a:custGeom>
                  <a:avLst/>
                  <a:gdLst>
                    <a:gd name="connsiteX0" fmla="*/ 0 w 262484"/>
                    <a:gd name="connsiteY0" fmla="*/ 146546 h 209479"/>
                    <a:gd name="connsiteX1" fmla="*/ 79248 w 262484"/>
                    <a:gd name="connsiteY1" fmla="*/ 242 h 209479"/>
                    <a:gd name="connsiteX2" fmla="*/ 42672 w 262484"/>
                    <a:gd name="connsiteY2" fmla="*/ 177026 h 209479"/>
                    <a:gd name="connsiteX3" fmla="*/ 134112 w 262484"/>
                    <a:gd name="connsiteY3" fmla="*/ 30722 h 209479"/>
                    <a:gd name="connsiteX4" fmla="*/ 109728 w 262484"/>
                    <a:gd name="connsiteY4" fmla="*/ 189218 h 209479"/>
                    <a:gd name="connsiteX5" fmla="*/ 182880 w 262484"/>
                    <a:gd name="connsiteY5" fmla="*/ 73394 h 209479"/>
                    <a:gd name="connsiteX6" fmla="*/ 188976 w 262484"/>
                    <a:gd name="connsiteY6" fmla="*/ 158738 h 209479"/>
                    <a:gd name="connsiteX7" fmla="*/ 256032 w 262484"/>
                    <a:gd name="connsiteY7" fmla="*/ 207506 h 209479"/>
                    <a:gd name="connsiteX8" fmla="*/ 256032 w 262484"/>
                    <a:gd name="connsiteY8" fmla="*/ 195314 h 209479"/>
                    <a:gd name="connsiteX0" fmla="*/ 0 w 300512"/>
                    <a:gd name="connsiteY0" fmla="*/ 146546 h 223411"/>
                    <a:gd name="connsiteX1" fmla="*/ 79248 w 300512"/>
                    <a:gd name="connsiteY1" fmla="*/ 242 h 223411"/>
                    <a:gd name="connsiteX2" fmla="*/ 42672 w 300512"/>
                    <a:gd name="connsiteY2" fmla="*/ 177026 h 223411"/>
                    <a:gd name="connsiteX3" fmla="*/ 134112 w 300512"/>
                    <a:gd name="connsiteY3" fmla="*/ 30722 h 223411"/>
                    <a:gd name="connsiteX4" fmla="*/ 109728 w 300512"/>
                    <a:gd name="connsiteY4" fmla="*/ 189218 h 223411"/>
                    <a:gd name="connsiteX5" fmla="*/ 182880 w 300512"/>
                    <a:gd name="connsiteY5" fmla="*/ 73394 h 223411"/>
                    <a:gd name="connsiteX6" fmla="*/ 188976 w 300512"/>
                    <a:gd name="connsiteY6" fmla="*/ 158738 h 223411"/>
                    <a:gd name="connsiteX7" fmla="*/ 256032 w 300512"/>
                    <a:gd name="connsiteY7" fmla="*/ 207506 h 223411"/>
                    <a:gd name="connsiteX8" fmla="*/ 299847 w 300512"/>
                    <a:gd name="connsiteY8" fmla="*/ 220079 h 223411"/>
                    <a:gd name="connsiteX0" fmla="*/ 0 w 256032"/>
                    <a:gd name="connsiteY0" fmla="*/ 146546 h 207506"/>
                    <a:gd name="connsiteX1" fmla="*/ 79248 w 256032"/>
                    <a:gd name="connsiteY1" fmla="*/ 242 h 207506"/>
                    <a:gd name="connsiteX2" fmla="*/ 42672 w 256032"/>
                    <a:gd name="connsiteY2" fmla="*/ 177026 h 207506"/>
                    <a:gd name="connsiteX3" fmla="*/ 134112 w 256032"/>
                    <a:gd name="connsiteY3" fmla="*/ 30722 h 207506"/>
                    <a:gd name="connsiteX4" fmla="*/ 109728 w 256032"/>
                    <a:gd name="connsiteY4" fmla="*/ 189218 h 207506"/>
                    <a:gd name="connsiteX5" fmla="*/ 182880 w 256032"/>
                    <a:gd name="connsiteY5" fmla="*/ 73394 h 207506"/>
                    <a:gd name="connsiteX6" fmla="*/ 188976 w 256032"/>
                    <a:gd name="connsiteY6" fmla="*/ 158738 h 207506"/>
                    <a:gd name="connsiteX7" fmla="*/ 256032 w 256032"/>
                    <a:gd name="connsiteY7" fmla="*/ 207506 h 207506"/>
                    <a:gd name="connsiteX0" fmla="*/ 0 w 275082"/>
                    <a:gd name="connsiteY0" fmla="*/ 140948 h 207623"/>
                    <a:gd name="connsiteX1" fmla="*/ 98298 w 275082"/>
                    <a:gd name="connsiteY1" fmla="*/ 359 h 207623"/>
                    <a:gd name="connsiteX2" fmla="*/ 61722 w 275082"/>
                    <a:gd name="connsiteY2" fmla="*/ 177143 h 207623"/>
                    <a:gd name="connsiteX3" fmla="*/ 153162 w 275082"/>
                    <a:gd name="connsiteY3" fmla="*/ 30839 h 207623"/>
                    <a:gd name="connsiteX4" fmla="*/ 128778 w 275082"/>
                    <a:gd name="connsiteY4" fmla="*/ 189335 h 207623"/>
                    <a:gd name="connsiteX5" fmla="*/ 201930 w 275082"/>
                    <a:gd name="connsiteY5" fmla="*/ 73511 h 207623"/>
                    <a:gd name="connsiteX6" fmla="*/ 208026 w 275082"/>
                    <a:gd name="connsiteY6" fmla="*/ 158855 h 207623"/>
                    <a:gd name="connsiteX7" fmla="*/ 275082 w 275082"/>
                    <a:gd name="connsiteY7" fmla="*/ 207623 h 207623"/>
                    <a:gd name="connsiteX0" fmla="*/ 0 w 275082"/>
                    <a:gd name="connsiteY0" fmla="*/ 139053 h 205728"/>
                    <a:gd name="connsiteX1" fmla="*/ 94488 w 275082"/>
                    <a:gd name="connsiteY1" fmla="*/ 369 h 205728"/>
                    <a:gd name="connsiteX2" fmla="*/ 61722 w 275082"/>
                    <a:gd name="connsiteY2" fmla="*/ 175248 h 205728"/>
                    <a:gd name="connsiteX3" fmla="*/ 153162 w 275082"/>
                    <a:gd name="connsiteY3" fmla="*/ 28944 h 205728"/>
                    <a:gd name="connsiteX4" fmla="*/ 128778 w 275082"/>
                    <a:gd name="connsiteY4" fmla="*/ 187440 h 205728"/>
                    <a:gd name="connsiteX5" fmla="*/ 201930 w 275082"/>
                    <a:gd name="connsiteY5" fmla="*/ 71616 h 205728"/>
                    <a:gd name="connsiteX6" fmla="*/ 208026 w 275082"/>
                    <a:gd name="connsiteY6" fmla="*/ 156960 h 205728"/>
                    <a:gd name="connsiteX7" fmla="*/ 275082 w 275082"/>
                    <a:gd name="connsiteY7" fmla="*/ 205728 h 205728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53162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07823 w 275082"/>
                    <a:gd name="connsiteY4" fmla="*/ 19296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4310 w 275082"/>
                    <a:gd name="connsiteY5" fmla="*/ 5999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192786 w 275082"/>
                    <a:gd name="connsiteY6" fmla="*/ 170107 h 205540"/>
                    <a:gd name="connsiteX7" fmla="*/ 275082 w 275082"/>
                    <a:gd name="connsiteY7" fmla="*/ 205540 h 205540"/>
                    <a:gd name="connsiteX0" fmla="*/ 0 w 267462"/>
                    <a:gd name="connsiteY0" fmla="*/ 138865 h 216970"/>
                    <a:gd name="connsiteX1" fmla="*/ 94488 w 267462"/>
                    <a:gd name="connsiteY1" fmla="*/ 181 h 216970"/>
                    <a:gd name="connsiteX2" fmla="*/ 52197 w 267462"/>
                    <a:gd name="connsiteY2" fmla="*/ 163630 h 216970"/>
                    <a:gd name="connsiteX3" fmla="*/ 143637 w 267462"/>
                    <a:gd name="connsiteY3" fmla="*/ 24946 h 216970"/>
                    <a:gd name="connsiteX4" fmla="*/ 111633 w 267462"/>
                    <a:gd name="connsiteY4" fmla="*/ 191062 h 216970"/>
                    <a:gd name="connsiteX5" fmla="*/ 198120 w 267462"/>
                    <a:gd name="connsiteY5" fmla="*/ 63808 h 216970"/>
                    <a:gd name="connsiteX6" fmla="*/ 192786 w 267462"/>
                    <a:gd name="connsiteY6" fmla="*/ 170107 h 216970"/>
                    <a:gd name="connsiteX7" fmla="*/ 267462 w 267462"/>
                    <a:gd name="connsiteY7" fmla="*/ 216970 h 216970"/>
                    <a:gd name="connsiteX0" fmla="*/ 6703 w 274165"/>
                    <a:gd name="connsiteY0" fmla="*/ 138755 h 216860"/>
                    <a:gd name="connsiteX1" fmla="*/ 7084 w 274165"/>
                    <a:gd name="connsiteY1" fmla="*/ 142946 h 216860"/>
                    <a:gd name="connsiteX2" fmla="*/ 101191 w 274165"/>
                    <a:gd name="connsiteY2" fmla="*/ 71 h 216860"/>
                    <a:gd name="connsiteX3" fmla="*/ 58900 w 274165"/>
                    <a:gd name="connsiteY3" fmla="*/ 163520 h 216860"/>
                    <a:gd name="connsiteX4" fmla="*/ 150340 w 274165"/>
                    <a:gd name="connsiteY4" fmla="*/ 24836 h 216860"/>
                    <a:gd name="connsiteX5" fmla="*/ 118336 w 274165"/>
                    <a:gd name="connsiteY5" fmla="*/ 190952 h 216860"/>
                    <a:gd name="connsiteX6" fmla="*/ 204823 w 274165"/>
                    <a:gd name="connsiteY6" fmla="*/ 63698 h 216860"/>
                    <a:gd name="connsiteX7" fmla="*/ 199489 w 274165"/>
                    <a:gd name="connsiteY7" fmla="*/ 169997 h 216860"/>
                    <a:gd name="connsiteX8" fmla="*/ 274165 w 274165"/>
                    <a:gd name="connsiteY8" fmla="*/ 216860 h 216860"/>
                    <a:gd name="connsiteX0" fmla="*/ 6703 w 274165"/>
                    <a:gd name="connsiteY0" fmla="*/ 138865 h 216970"/>
                    <a:gd name="connsiteX1" fmla="*/ 7084 w 274165"/>
                    <a:gd name="connsiteY1" fmla="*/ 131626 h 216970"/>
                    <a:gd name="connsiteX2" fmla="*/ 101191 w 274165"/>
                    <a:gd name="connsiteY2" fmla="*/ 181 h 216970"/>
                    <a:gd name="connsiteX3" fmla="*/ 58900 w 274165"/>
                    <a:gd name="connsiteY3" fmla="*/ 163630 h 216970"/>
                    <a:gd name="connsiteX4" fmla="*/ 150340 w 274165"/>
                    <a:gd name="connsiteY4" fmla="*/ 24946 h 216970"/>
                    <a:gd name="connsiteX5" fmla="*/ 118336 w 274165"/>
                    <a:gd name="connsiteY5" fmla="*/ 191062 h 216970"/>
                    <a:gd name="connsiteX6" fmla="*/ 204823 w 274165"/>
                    <a:gd name="connsiteY6" fmla="*/ 63808 h 216970"/>
                    <a:gd name="connsiteX7" fmla="*/ 199489 w 274165"/>
                    <a:gd name="connsiteY7" fmla="*/ 170107 h 216970"/>
                    <a:gd name="connsiteX8" fmla="*/ 274165 w 274165"/>
                    <a:gd name="connsiteY8" fmla="*/ 216970 h 216970"/>
                    <a:gd name="connsiteX0" fmla="*/ 24483 w 291945"/>
                    <a:gd name="connsiteY0" fmla="*/ 138865 h 216970"/>
                    <a:gd name="connsiteX1" fmla="*/ 24864 w 291945"/>
                    <a:gd name="connsiteY1" fmla="*/ 131626 h 216970"/>
                    <a:gd name="connsiteX2" fmla="*/ 118971 w 291945"/>
                    <a:gd name="connsiteY2" fmla="*/ 181 h 216970"/>
                    <a:gd name="connsiteX3" fmla="*/ 76680 w 291945"/>
                    <a:gd name="connsiteY3" fmla="*/ 163630 h 216970"/>
                    <a:gd name="connsiteX4" fmla="*/ 168120 w 291945"/>
                    <a:gd name="connsiteY4" fmla="*/ 24946 h 216970"/>
                    <a:gd name="connsiteX5" fmla="*/ 136116 w 291945"/>
                    <a:gd name="connsiteY5" fmla="*/ 191062 h 216970"/>
                    <a:gd name="connsiteX6" fmla="*/ 222603 w 291945"/>
                    <a:gd name="connsiteY6" fmla="*/ 63808 h 216970"/>
                    <a:gd name="connsiteX7" fmla="*/ 217269 w 291945"/>
                    <a:gd name="connsiteY7" fmla="*/ 170107 h 216970"/>
                    <a:gd name="connsiteX8" fmla="*/ 291945 w 291945"/>
                    <a:gd name="connsiteY8" fmla="*/ 216970 h 216970"/>
                    <a:gd name="connsiteX0" fmla="*/ 11607 w 279069"/>
                    <a:gd name="connsiteY0" fmla="*/ 138890 h 216995"/>
                    <a:gd name="connsiteX1" fmla="*/ 31038 w 279069"/>
                    <a:gd name="connsiteY1" fmla="*/ 129746 h 216995"/>
                    <a:gd name="connsiteX2" fmla="*/ 106095 w 279069"/>
                    <a:gd name="connsiteY2" fmla="*/ 206 h 216995"/>
                    <a:gd name="connsiteX3" fmla="*/ 63804 w 279069"/>
                    <a:gd name="connsiteY3" fmla="*/ 163655 h 216995"/>
                    <a:gd name="connsiteX4" fmla="*/ 155244 w 279069"/>
                    <a:gd name="connsiteY4" fmla="*/ 24971 h 216995"/>
                    <a:gd name="connsiteX5" fmla="*/ 123240 w 279069"/>
                    <a:gd name="connsiteY5" fmla="*/ 191087 h 216995"/>
                    <a:gd name="connsiteX6" fmla="*/ 209727 w 279069"/>
                    <a:gd name="connsiteY6" fmla="*/ 63833 h 216995"/>
                    <a:gd name="connsiteX7" fmla="*/ 204393 w 279069"/>
                    <a:gd name="connsiteY7" fmla="*/ 170132 h 216995"/>
                    <a:gd name="connsiteX8" fmla="*/ 279069 w 279069"/>
                    <a:gd name="connsiteY8" fmla="*/ 216995 h 216995"/>
                    <a:gd name="connsiteX0" fmla="*/ 15180 w 276927"/>
                    <a:gd name="connsiteY0" fmla="*/ 51260 h 216995"/>
                    <a:gd name="connsiteX1" fmla="*/ 28896 w 276927"/>
                    <a:gd name="connsiteY1" fmla="*/ 129746 h 216995"/>
                    <a:gd name="connsiteX2" fmla="*/ 103953 w 276927"/>
                    <a:gd name="connsiteY2" fmla="*/ 206 h 216995"/>
                    <a:gd name="connsiteX3" fmla="*/ 61662 w 276927"/>
                    <a:gd name="connsiteY3" fmla="*/ 163655 h 216995"/>
                    <a:gd name="connsiteX4" fmla="*/ 153102 w 276927"/>
                    <a:gd name="connsiteY4" fmla="*/ 24971 h 216995"/>
                    <a:gd name="connsiteX5" fmla="*/ 121098 w 276927"/>
                    <a:gd name="connsiteY5" fmla="*/ 191087 h 216995"/>
                    <a:gd name="connsiteX6" fmla="*/ 207585 w 276927"/>
                    <a:gd name="connsiteY6" fmla="*/ 63833 h 216995"/>
                    <a:gd name="connsiteX7" fmla="*/ 202251 w 276927"/>
                    <a:gd name="connsiteY7" fmla="*/ 170132 h 216995"/>
                    <a:gd name="connsiteX8" fmla="*/ 276927 w 276927"/>
                    <a:gd name="connsiteY8" fmla="*/ 216995 h 216995"/>
                    <a:gd name="connsiteX0" fmla="*/ 34758 w 296505"/>
                    <a:gd name="connsiteY0" fmla="*/ 51155 h 216890"/>
                    <a:gd name="connsiteX1" fmla="*/ 21804 w 296505"/>
                    <a:gd name="connsiteY1" fmla="*/ 139166 h 216890"/>
                    <a:gd name="connsiteX2" fmla="*/ 123531 w 296505"/>
                    <a:gd name="connsiteY2" fmla="*/ 101 h 216890"/>
                    <a:gd name="connsiteX3" fmla="*/ 81240 w 296505"/>
                    <a:gd name="connsiteY3" fmla="*/ 163550 h 216890"/>
                    <a:gd name="connsiteX4" fmla="*/ 172680 w 296505"/>
                    <a:gd name="connsiteY4" fmla="*/ 24866 h 216890"/>
                    <a:gd name="connsiteX5" fmla="*/ 140676 w 296505"/>
                    <a:gd name="connsiteY5" fmla="*/ 190982 h 216890"/>
                    <a:gd name="connsiteX6" fmla="*/ 227163 w 296505"/>
                    <a:gd name="connsiteY6" fmla="*/ 63728 h 216890"/>
                    <a:gd name="connsiteX7" fmla="*/ 221829 w 296505"/>
                    <a:gd name="connsiteY7" fmla="*/ 170027 h 216890"/>
                    <a:gd name="connsiteX8" fmla="*/ 296505 w 296505"/>
                    <a:gd name="connsiteY8" fmla="*/ 216890 h 216890"/>
                    <a:gd name="connsiteX0" fmla="*/ 1399 w 318391"/>
                    <a:gd name="connsiteY0" fmla="*/ 85445 h 216890"/>
                    <a:gd name="connsiteX1" fmla="*/ 43690 w 318391"/>
                    <a:gd name="connsiteY1" fmla="*/ 139166 h 216890"/>
                    <a:gd name="connsiteX2" fmla="*/ 145417 w 318391"/>
                    <a:gd name="connsiteY2" fmla="*/ 101 h 216890"/>
                    <a:gd name="connsiteX3" fmla="*/ 103126 w 318391"/>
                    <a:gd name="connsiteY3" fmla="*/ 163550 h 216890"/>
                    <a:gd name="connsiteX4" fmla="*/ 194566 w 318391"/>
                    <a:gd name="connsiteY4" fmla="*/ 24866 h 216890"/>
                    <a:gd name="connsiteX5" fmla="*/ 162562 w 318391"/>
                    <a:gd name="connsiteY5" fmla="*/ 190982 h 216890"/>
                    <a:gd name="connsiteX6" fmla="*/ 249049 w 318391"/>
                    <a:gd name="connsiteY6" fmla="*/ 63728 h 216890"/>
                    <a:gd name="connsiteX7" fmla="*/ 243715 w 318391"/>
                    <a:gd name="connsiteY7" fmla="*/ 170027 h 216890"/>
                    <a:gd name="connsiteX8" fmla="*/ 318391 w 318391"/>
                    <a:gd name="connsiteY8" fmla="*/ 216890 h 216890"/>
                    <a:gd name="connsiteX0" fmla="*/ 5949 w 322941"/>
                    <a:gd name="connsiteY0" fmla="*/ 85445 h 216890"/>
                    <a:gd name="connsiteX1" fmla="*/ 2521 w 322941"/>
                    <a:gd name="connsiteY1" fmla="*/ 89636 h 216890"/>
                    <a:gd name="connsiteX2" fmla="*/ 48240 w 322941"/>
                    <a:gd name="connsiteY2" fmla="*/ 139166 h 216890"/>
                    <a:gd name="connsiteX3" fmla="*/ 149967 w 322941"/>
                    <a:gd name="connsiteY3" fmla="*/ 101 h 216890"/>
                    <a:gd name="connsiteX4" fmla="*/ 107676 w 322941"/>
                    <a:gd name="connsiteY4" fmla="*/ 163550 h 216890"/>
                    <a:gd name="connsiteX5" fmla="*/ 199116 w 322941"/>
                    <a:gd name="connsiteY5" fmla="*/ 24866 h 216890"/>
                    <a:gd name="connsiteX6" fmla="*/ 167112 w 322941"/>
                    <a:gd name="connsiteY6" fmla="*/ 190982 h 216890"/>
                    <a:gd name="connsiteX7" fmla="*/ 253599 w 322941"/>
                    <a:gd name="connsiteY7" fmla="*/ 63728 h 216890"/>
                    <a:gd name="connsiteX8" fmla="*/ 248265 w 322941"/>
                    <a:gd name="connsiteY8" fmla="*/ 170027 h 216890"/>
                    <a:gd name="connsiteX9" fmla="*/ 322941 w 322941"/>
                    <a:gd name="connsiteY9" fmla="*/ 216890 h 216890"/>
                    <a:gd name="connsiteX0" fmla="*/ 8 w 317000"/>
                    <a:gd name="connsiteY0" fmla="*/ 85445 h 216890"/>
                    <a:gd name="connsiteX1" fmla="*/ 40395 w 317000"/>
                    <a:gd name="connsiteY1" fmla="*/ 53441 h 216890"/>
                    <a:gd name="connsiteX2" fmla="*/ 42299 w 317000"/>
                    <a:gd name="connsiteY2" fmla="*/ 139166 h 216890"/>
                    <a:gd name="connsiteX3" fmla="*/ 144026 w 317000"/>
                    <a:gd name="connsiteY3" fmla="*/ 101 h 216890"/>
                    <a:gd name="connsiteX4" fmla="*/ 101735 w 317000"/>
                    <a:gd name="connsiteY4" fmla="*/ 163550 h 216890"/>
                    <a:gd name="connsiteX5" fmla="*/ 193175 w 317000"/>
                    <a:gd name="connsiteY5" fmla="*/ 24866 h 216890"/>
                    <a:gd name="connsiteX6" fmla="*/ 161171 w 317000"/>
                    <a:gd name="connsiteY6" fmla="*/ 190982 h 216890"/>
                    <a:gd name="connsiteX7" fmla="*/ 247658 w 317000"/>
                    <a:gd name="connsiteY7" fmla="*/ 63728 h 216890"/>
                    <a:gd name="connsiteX8" fmla="*/ 242324 w 317000"/>
                    <a:gd name="connsiteY8" fmla="*/ 170027 h 216890"/>
                    <a:gd name="connsiteX9" fmla="*/ 317000 w 317000"/>
                    <a:gd name="connsiteY9" fmla="*/ 216890 h 216890"/>
                    <a:gd name="connsiteX0" fmla="*/ 16284 w 333276"/>
                    <a:gd name="connsiteY0" fmla="*/ 85445 h 216890"/>
                    <a:gd name="connsiteX1" fmla="*/ 1426 w 333276"/>
                    <a:gd name="connsiteY1" fmla="*/ 110591 h 216890"/>
                    <a:gd name="connsiteX2" fmla="*/ 58575 w 333276"/>
                    <a:gd name="connsiteY2" fmla="*/ 139166 h 216890"/>
                    <a:gd name="connsiteX3" fmla="*/ 160302 w 333276"/>
                    <a:gd name="connsiteY3" fmla="*/ 101 h 216890"/>
                    <a:gd name="connsiteX4" fmla="*/ 118011 w 333276"/>
                    <a:gd name="connsiteY4" fmla="*/ 163550 h 216890"/>
                    <a:gd name="connsiteX5" fmla="*/ 209451 w 333276"/>
                    <a:gd name="connsiteY5" fmla="*/ 24866 h 216890"/>
                    <a:gd name="connsiteX6" fmla="*/ 177447 w 333276"/>
                    <a:gd name="connsiteY6" fmla="*/ 190982 h 216890"/>
                    <a:gd name="connsiteX7" fmla="*/ 263934 w 333276"/>
                    <a:gd name="connsiteY7" fmla="*/ 63728 h 216890"/>
                    <a:gd name="connsiteX8" fmla="*/ 258600 w 333276"/>
                    <a:gd name="connsiteY8" fmla="*/ 170027 h 216890"/>
                    <a:gd name="connsiteX9" fmla="*/ 333276 w 333276"/>
                    <a:gd name="connsiteY9" fmla="*/ 216890 h 216890"/>
                    <a:gd name="connsiteX0" fmla="*/ 66774 w 332331"/>
                    <a:gd name="connsiteY0" fmla="*/ 9245 h 216890"/>
                    <a:gd name="connsiteX1" fmla="*/ 481 w 332331"/>
                    <a:gd name="connsiteY1" fmla="*/ 110591 h 216890"/>
                    <a:gd name="connsiteX2" fmla="*/ 57630 w 332331"/>
                    <a:gd name="connsiteY2" fmla="*/ 139166 h 216890"/>
                    <a:gd name="connsiteX3" fmla="*/ 159357 w 332331"/>
                    <a:gd name="connsiteY3" fmla="*/ 101 h 216890"/>
                    <a:gd name="connsiteX4" fmla="*/ 117066 w 332331"/>
                    <a:gd name="connsiteY4" fmla="*/ 163550 h 216890"/>
                    <a:gd name="connsiteX5" fmla="*/ 208506 w 332331"/>
                    <a:gd name="connsiteY5" fmla="*/ 24866 h 216890"/>
                    <a:gd name="connsiteX6" fmla="*/ 176502 w 332331"/>
                    <a:gd name="connsiteY6" fmla="*/ 190982 h 216890"/>
                    <a:gd name="connsiteX7" fmla="*/ 262989 w 332331"/>
                    <a:gd name="connsiteY7" fmla="*/ 63728 h 216890"/>
                    <a:gd name="connsiteX8" fmla="*/ 257655 w 332331"/>
                    <a:gd name="connsiteY8" fmla="*/ 170027 h 216890"/>
                    <a:gd name="connsiteX9" fmla="*/ 332331 w 332331"/>
                    <a:gd name="connsiteY9" fmla="*/ 216890 h 216890"/>
                    <a:gd name="connsiteX0" fmla="*/ 19501 w 285058"/>
                    <a:gd name="connsiteY0" fmla="*/ 9245 h 216890"/>
                    <a:gd name="connsiteX1" fmla="*/ 6548 w 285058"/>
                    <a:gd name="connsiteY1" fmla="*/ 70586 h 216890"/>
                    <a:gd name="connsiteX2" fmla="*/ 10357 w 285058"/>
                    <a:gd name="connsiteY2" fmla="*/ 139166 h 216890"/>
                    <a:gd name="connsiteX3" fmla="*/ 112084 w 285058"/>
                    <a:gd name="connsiteY3" fmla="*/ 101 h 216890"/>
                    <a:gd name="connsiteX4" fmla="*/ 69793 w 285058"/>
                    <a:gd name="connsiteY4" fmla="*/ 163550 h 216890"/>
                    <a:gd name="connsiteX5" fmla="*/ 161233 w 285058"/>
                    <a:gd name="connsiteY5" fmla="*/ 24866 h 216890"/>
                    <a:gd name="connsiteX6" fmla="*/ 129229 w 285058"/>
                    <a:gd name="connsiteY6" fmla="*/ 190982 h 216890"/>
                    <a:gd name="connsiteX7" fmla="*/ 215716 w 285058"/>
                    <a:gd name="connsiteY7" fmla="*/ 63728 h 216890"/>
                    <a:gd name="connsiteX8" fmla="*/ 210382 w 285058"/>
                    <a:gd name="connsiteY8" fmla="*/ 170027 h 216890"/>
                    <a:gd name="connsiteX9" fmla="*/ 285058 w 285058"/>
                    <a:gd name="connsiteY9" fmla="*/ 216890 h 216890"/>
                    <a:gd name="connsiteX0" fmla="*/ 5 w 328427"/>
                    <a:gd name="connsiteY0" fmla="*/ 1625 h 216890"/>
                    <a:gd name="connsiteX1" fmla="*/ 49917 w 328427"/>
                    <a:gd name="connsiteY1" fmla="*/ 7058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5 w 328427"/>
                    <a:gd name="connsiteY0" fmla="*/ 1625 h 216890"/>
                    <a:gd name="connsiteX1" fmla="*/ 65157 w 328427"/>
                    <a:gd name="connsiteY1" fmla="*/ 5534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4 w 328426"/>
                    <a:gd name="connsiteY0" fmla="*/ 1625 h 216890"/>
                    <a:gd name="connsiteX1" fmla="*/ 82301 w 328426"/>
                    <a:gd name="connsiteY1" fmla="*/ 38201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4 w 328426"/>
                    <a:gd name="connsiteY0" fmla="*/ 1625 h 216890"/>
                    <a:gd name="connsiteX1" fmla="*/ 65156 w 328426"/>
                    <a:gd name="connsiteY1" fmla="*/ 36296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3 w 341760"/>
                    <a:gd name="connsiteY0" fmla="*/ 0 h 220980"/>
                    <a:gd name="connsiteX1" fmla="*/ 78490 w 341760"/>
                    <a:gd name="connsiteY1" fmla="*/ 40386 h 220980"/>
                    <a:gd name="connsiteX2" fmla="*/ 67059 w 341760"/>
                    <a:gd name="connsiteY2" fmla="*/ 143256 h 220980"/>
                    <a:gd name="connsiteX3" fmla="*/ 168786 w 341760"/>
                    <a:gd name="connsiteY3" fmla="*/ 4191 h 220980"/>
                    <a:gd name="connsiteX4" fmla="*/ 126495 w 341760"/>
                    <a:gd name="connsiteY4" fmla="*/ 167640 h 220980"/>
                    <a:gd name="connsiteX5" fmla="*/ 217935 w 341760"/>
                    <a:gd name="connsiteY5" fmla="*/ 28956 h 220980"/>
                    <a:gd name="connsiteX6" fmla="*/ 185931 w 341760"/>
                    <a:gd name="connsiteY6" fmla="*/ 195072 h 220980"/>
                    <a:gd name="connsiteX7" fmla="*/ 272418 w 341760"/>
                    <a:gd name="connsiteY7" fmla="*/ 67818 h 220980"/>
                    <a:gd name="connsiteX8" fmla="*/ 267084 w 341760"/>
                    <a:gd name="connsiteY8" fmla="*/ 174117 h 220980"/>
                    <a:gd name="connsiteX9" fmla="*/ 341760 w 341760"/>
                    <a:gd name="connsiteY9" fmla="*/ 220980 h 220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1760" h="220980">
                      <a:moveTo>
                        <a:pt x="3" y="0"/>
                      </a:moveTo>
                      <a:cubicBezTo>
                        <a:pt x="-568" y="698"/>
                        <a:pt x="71441" y="31433"/>
                        <a:pt x="78490" y="40386"/>
                      </a:cubicBezTo>
                      <a:cubicBezTo>
                        <a:pt x="85539" y="49340"/>
                        <a:pt x="42485" y="158179"/>
                        <a:pt x="67059" y="143256"/>
                      </a:cubicBezTo>
                      <a:cubicBezTo>
                        <a:pt x="82807" y="120142"/>
                        <a:pt x="158880" y="127"/>
                        <a:pt x="168786" y="4191"/>
                      </a:cubicBezTo>
                      <a:cubicBezTo>
                        <a:pt x="178692" y="8255"/>
                        <a:pt x="118304" y="163513"/>
                        <a:pt x="126495" y="167640"/>
                      </a:cubicBezTo>
                      <a:cubicBezTo>
                        <a:pt x="134686" y="171767"/>
                        <a:pt x="208029" y="24384"/>
                        <a:pt x="217935" y="28956"/>
                      </a:cubicBezTo>
                      <a:cubicBezTo>
                        <a:pt x="227841" y="33528"/>
                        <a:pt x="176851" y="188595"/>
                        <a:pt x="185931" y="195072"/>
                      </a:cubicBezTo>
                      <a:cubicBezTo>
                        <a:pt x="195012" y="201549"/>
                        <a:pt x="258893" y="71310"/>
                        <a:pt x="272418" y="67818"/>
                      </a:cubicBezTo>
                      <a:cubicBezTo>
                        <a:pt x="285943" y="64326"/>
                        <a:pt x="255527" y="148590"/>
                        <a:pt x="267084" y="174117"/>
                      </a:cubicBezTo>
                      <a:cubicBezTo>
                        <a:pt x="278641" y="199644"/>
                        <a:pt x="323282" y="210757"/>
                        <a:pt x="341760" y="220980"/>
                      </a:cubicBezTo>
                    </a:path>
                  </a:pathLst>
                </a:cu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Pie 493">
                  <a:extLst>
                    <a:ext uri="{FF2B5EF4-FFF2-40B4-BE49-F238E27FC236}">
                      <a16:creationId xmlns:a16="http://schemas.microsoft.com/office/drawing/2014/main" id="{4343A981-1149-4053-BF10-A8F0DE58F0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 flipH="1">
                  <a:off x="10400615" y="19523983"/>
                  <a:ext cx="1251081" cy="813324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</a:rPr>
                    <a:t>795nm?</a:t>
                  </a:r>
                </a:p>
              </p:txBody>
            </p:sp>
          </p:grp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6BF76A98-DFB0-4D1A-9533-D81A12BAA645}"/>
                  </a:ext>
                </a:extLst>
              </p:cNvPr>
              <p:cNvCxnSpPr>
                <a:cxnSpLocks/>
                <a:stCxn id="209" idx="0"/>
              </p:cNvCxnSpPr>
              <p:nvPr/>
            </p:nvCxnSpPr>
            <p:spPr>
              <a:xfrm flipH="1" flipV="1">
                <a:off x="10855785" y="16663158"/>
                <a:ext cx="20706" cy="225239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41C14084-92C0-4993-9D63-0F55960245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53549" y="16679876"/>
                <a:ext cx="2600291" cy="7569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0871ED88-C83C-4C92-9945-EEB7F0FEE8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367703" y="11168373"/>
                <a:ext cx="52965" cy="551907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CE05F4D2-F6A0-4082-8347-BD16565B46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67701" y="11918524"/>
                <a:ext cx="1571332" cy="15435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E088B33E-C51C-4723-9273-DD445022F9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341909" y="2136269"/>
                <a:ext cx="35433" cy="787413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203DED1E-9EA9-4A09-B4F4-B99C96AAF6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10142" y="2142281"/>
                <a:ext cx="7530441" cy="2984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C98322ED-41F3-4D75-8D82-77E553EA31A2}"/>
                  </a:ext>
                </a:extLst>
              </p:cNvPr>
              <p:cNvCxnSpPr>
                <a:cxnSpLocks/>
                <a:stCxn id="193" idx="0"/>
              </p:cNvCxnSpPr>
              <p:nvPr/>
            </p:nvCxnSpPr>
            <p:spPr>
              <a:xfrm flipH="1" flipV="1">
                <a:off x="13180346" y="1954807"/>
                <a:ext cx="187356" cy="804706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5A65B738-847C-4ED7-9E1C-8EE1491EF7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9369" y="1912973"/>
                <a:ext cx="4000967" cy="4888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7E7D03B8-BF9A-4E2D-AF6C-C1AF155760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2835" y="11926144"/>
                <a:ext cx="9094865" cy="8933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7FA07856-14A7-4F32-8071-0269DC2DCACA}"/>
                </a:ext>
              </a:extLst>
            </p:cNvPr>
            <p:cNvSpPr txBox="1"/>
            <p:nvPr/>
          </p:nvSpPr>
          <p:spPr>
            <a:xfrm>
              <a:off x="4271209" y="744111"/>
              <a:ext cx="112875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AOM 1</a:t>
              </a: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8B913611-8753-4B73-B6AD-E53032E532B6}"/>
                </a:ext>
              </a:extLst>
            </p:cNvPr>
            <p:cNvCxnSpPr>
              <a:cxnSpLocks/>
            </p:cNvCxnSpPr>
            <p:nvPr/>
          </p:nvCxnSpPr>
          <p:spPr>
            <a:xfrm rot="204879" flipH="1" flipV="1">
              <a:off x="9121049" y="1545686"/>
              <a:ext cx="39480" cy="57227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28F52C86-7F41-490E-AB2C-B38CD61F4EA8}"/>
                </a:ext>
              </a:extLst>
            </p:cNvPr>
            <p:cNvGrpSpPr/>
            <p:nvPr/>
          </p:nvGrpSpPr>
          <p:grpSpPr>
            <a:xfrm rot="13677109">
              <a:off x="8751470" y="1673172"/>
              <a:ext cx="607742" cy="269064"/>
              <a:chOff x="7731840" y="14026689"/>
              <a:chExt cx="1351200" cy="463704"/>
            </a:xfrm>
          </p:grpSpPr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48DA2E08-2195-42CE-99A0-AEB632927ABC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2639744A-7186-4053-B312-97AEAF80DF5E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73A7943C-B5FC-4561-9B7A-D31CFCC23BD2}"/>
                  </a:ext>
                </a:extLst>
              </p:cNvPr>
              <p:cNvCxnSpPr/>
              <p:nvPr/>
            </p:nvCxnSpPr>
            <p:spPr>
              <a:xfrm>
                <a:off x="8083400" y="14260405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649E7C82-F082-4B55-9E8D-10296624C6E6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F1A8C8-16E3-43C3-BB73-AE2447572802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1043C23-8F80-4DBC-B3DD-848352B47430}"/>
                </a:ext>
              </a:extLst>
            </p:cNvPr>
            <p:cNvCxnSpPr>
              <a:cxnSpLocks/>
            </p:cNvCxnSpPr>
            <p:nvPr/>
          </p:nvCxnSpPr>
          <p:spPr>
            <a:xfrm rot="204879" flipH="1" flipV="1">
              <a:off x="9125691" y="2109161"/>
              <a:ext cx="39480" cy="572276"/>
            </a:xfrm>
            <a:prstGeom prst="line">
              <a:avLst/>
            </a:prstGeom>
            <a:ln w="57150" cmpd="thinThick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Rounded Rectangle 539">
              <a:extLst>
                <a:ext uri="{FF2B5EF4-FFF2-40B4-BE49-F238E27FC236}">
                  <a16:creationId xmlns:a16="http://schemas.microsoft.com/office/drawing/2014/main" id="{4B24F8AD-4CC4-4273-B53F-107CDE227927}"/>
                </a:ext>
              </a:extLst>
            </p:cNvPr>
            <p:cNvSpPr/>
            <p:nvPr/>
          </p:nvSpPr>
          <p:spPr>
            <a:xfrm rot="5400000">
              <a:off x="14633388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77" name="Rounded Rectangle 540">
              <a:extLst>
                <a:ext uri="{FF2B5EF4-FFF2-40B4-BE49-F238E27FC236}">
                  <a16:creationId xmlns:a16="http://schemas.microsoft.com/office/drawing/2014/main" id="{2FF20178-6002-4508-9B1B-05553BFC2BD7}"/>
                </a:ext>
              </a:extLst>
            </p:cNvPr>
            <p:cNvSpPr/>
            <p:nvPr/>
          </p:nvSpPr>
          <p:spPr>
            <a:xfrm rot="5400000">
              <a:off x="14819520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78" name="Rounded Rectangle 541">
              <a:extLst>
                <a:ext uri="{FF2B5EF4-FFF2-40B4-BE49-F238E27FC236}">
                  <a16:creationId xmlns:a16="http://schemas.microsoft.com/office/drawing/2014/main" id="{3387DA1A-B63D-4EF2-89EE-E37D10D0E08F}"/>
                </a:ext>
              </a:extLst>
            </p:cNvPr>
            <p:cNvSpPr/>
            <p:nvPr/>
          </p:nvSpPr>
          <p:spPr>
            <a:xfrm rot="5400000">
              <a:off x="15021454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79" name="Rounded Rectangle 539">
              <a:extLst>
                <a:ext uri="{FF2B5EF4-FFF2-40B4-BE49-F238E27FC236}">
                  <a16:creationId xmlns:a16="http://schemas.microsoft.com/office/drawing/2014/main" id="{8B27214E-B488-4FD3-99BC-27E1A5024BEC}"/>
                </a:ext>
              </a:extLst>
            </p:cNvPr>
            <p:cNvSpPr/>
            <p:nvPr/>
          </p:nvSpPr>
          <p:spPr>
            <a:xfrm rot="5400000">
              <a:off x="5112730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80" name="Rounded Rectangle 540">
              <a:extLst>
                <a:ext uri="{FF2B5EF4-FFF2-40B4-BE49-F238E27FC236}">
                  <a16:creationId xmlns:a16="http://schemas.microsoft.com/office/drawing/2014/main" id="{4F528632-0202-4BBA-BB44-CF5FAB7840FF}"/>
                </a:ext>
              </a:extLst>
            </p:cNvPr>
            <p:cNvSpPr/>
            <p:nvPr/>
          </p:nvSpPr>
          <p:spPr>
            <a:xfrm rot="5400000">
              <a:off x="5298862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81" name="Rounded Rectangle 541">
              <a:extLst>
                <a:ext uri="{FF2B5EF4-FFF2-40B4-BE49-F238E27FC236}">
                  <a16:creationId xmlns:a16="http://schemas.microsoft.com/office/drawing/2014/main" id="{B8A09D70-AA14-404A-B84D-FF33F0D7EE62}"/>
                </a:ext>
              </a:extLst>
            </p:cNvPr>
            <p:cNvSpPr/>
            <p:nvPr/>
          </p:nvSpPr>
          <p:spPr>
            <a:xfrm rot="5400000">
              <a:off x="5500796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393282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0235-F650-47A1-99BF-F99C493A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17BC3-6B5C-4322-910F-4CB75D4C9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1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9709DCF-F35B-44E8-9BC7-3375D0BE8801}"/>
              </a:ext>
            </a:extLst>
          </p:cNvPr>
          <p:cNvGrpSpPr/>
          <p:nvPr/>
        </p:nvGrpSpPr>
        <p:grpSpPr>
          <a:xfrm>
            <a:off x="20559827" y="1643520"/>
            <a:ext cx="2173135" cy="1047492"/>
            <a:chOff x="36426745" y="1307682"/>
            <a:chExt cx="2173135" cy="10474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F479EC-3649-4B0B-9925-A825D5EF6BCB}"/>
                </a:ext>
              </a:extLst>
            </p:cNvPr>
            <p:cNvSpPr/>
            <p:nvPr/>
          </p:nvSpPr>
          <p:spPr>
            <a:xfrm>
              <a:off x="36426745" y="2088664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" name="Rounded Rectangle 175">
              <a:extLst>
                <a:ext uri="{FF2B5EF4-FFF2-40B4-BE49-F238E27FC236}">
                  <a16:creationId xmlns:a16="http://schemas.microsoft.com/office/drawing/2014/main" id="{05CBC564-01D5-4D35-B008-67E840DC1DCF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425EE2-AD91-4F3B-9586-5B73CC219086}"/>
                    </a:ext>
                  </a:extLst>
                </p:cNvPr>
                <p:cNvSpPr txBox="1"/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BD999F8-B9BE-3FC2-03A7-1DF59FA46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9AC04E-E034-47E3-BB64-94B66044C4C8}"/>
                    </a:ext>
                  </a:extLst>
                </p:cNvPr>
                <p:cNvSpPr txBox="1"/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7DD1F3B-8FD5-58DC-B552-AADFFB2A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5D6BE35-FF5C-4BE0-93FB-48D45DB29CCD}"/>
              </a:ext>
            </a:extLst>
          </p:cNvPr>
          <p:cNvSpPr txBox="1"/>
          <p:nvPr/>
        </p:nvSpPr>
        <p:spPr>
          <a:xfrm>
            <a:off x="21951193" y="3013146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Beam dump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F484E-E1B6-41C1-97B4-0A78A01A2CF1}"/>
              </a:ext>
            </a:extLst>
          </p:cNvPr>
          <p:cNvSpPr txBox="1"/>
          <p:nvPr/>
        </p:nvSpPr>
        <p:spPr>
          <a:xfrm>
            <a:off x="22083200" y="420467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PBS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4511E1-5049-40FB-B3BF-89CA0BE7BFC8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540006" y="6667838"/>
            <a:ext cx="946187" cy="604732"/>
            <a:chOff x="7039330" y="13503713"/>
            <a:chExt cx="1296295" cy="83407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982310-E83C-47F5-A3B3-F5937B6776D0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F44B7F-5C5C-4453-A45D-205277E875DD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95052B5-090E-475D-BB83-5EA8D7EA9B2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D76EA00-CA5E-48EB-A093-3B49CAD757EC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8D94E38-7490-48D2-AE1E-7DDC93098D7F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79C85A-A622-4CC5-AF32-703FCA7ADFC0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6C63413-70FF-4107-B2BD-DF163ABE03A7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092FD62-472B-4F8F-B0CF-326A9FF3D862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6F70F7C-BE53-4347-B518-D842917BCDBC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1E92BAE-5153-4F42-BD9D-C56074E972B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2E310F-A1D2-484B-ADE6-D6A98D2A423D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B63985-903A-4E09-9BCB-2A5EE9F87736}"/>
              </a:ext>
            </a:extLst>
          </p:cNvPr>
          <p:cNvSpPr txBox="1"/>
          <p:nvPr/>
        </p:nvSpPr>
        <p:spPr>
          <a:xfrm>
            <a:off x="21793640" y="665218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0.5/1</a:t>
            </a:r>
            <a:r>
              <a:rPr lang="en-US" sz="2800" dirty="0"/>
              <a:t>inch Mirror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99C1A5-E207-498A-B1B1-5442784B3A16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189052" y="7923590"/>
            <a:ext cx="1630731" cy="1042241"/>
            <a:chOff x="7039330" y="13503713"/>
            <a:chExt cx="1296295" cy="83407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2FA566-8EED-4048-A06E-C5A5065644CA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89C574-EA72-4CD1-A9AC-A623A8672E17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6ADFA96-0D14-4C2A-82A2-28614DC7FFF2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DC2C32-AB9F-4F6D-B644-8DE659EC6310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E171AC-1521-4AF9-B7EF-753D2838ABAD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76ACE28-4892-49B5-B505-77618C9AE19C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010B6B-F4A6-4950-B92A-009809BFDE55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9636F01-DE7A-49EE-AD98-26446A6B1C66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1F57233-98F5-479F-9435-557E51394528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9E42317-AA42-4C15-88DC-40C424D3213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8DD850F-EB3B-4FB6-BB70-B2CAEA2142EF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359290-4A44-40EF-9474-8178C235D03F}"/>
              </a:ext>
            </a:extLst>
          </p:cNvPr>
          <p:cNvSpPr txBox="1"/>
          <p:nvPr/>
        </p:nvSpPr>
        <p:spPr>
          <a:xfrm>
            <a:off x="21827930" y="776851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</a:t>
            </a:r>
            <a:r>
              <a:rPr lang="en-US" sz="2800" dirty="0"/>
              <a:t>2 inch Mirror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A2E88-B19F-4A5D-9764-257F78B4288C}"/>
              </a:ext>
            </a:extLst>
          </p:cNvPr>
          <p:cNvSpPr txBox="1"/>
          <p:nvPr/>
        </p:nvSpPr>
        <p:spPr>
          <a:xfrm>
            <a:off x="22616600" y="519781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9FC36C-2BE1-4CD7-883A-6A383B803FBF}"/>
              </a:ext>
            </a:extLst>
          </p:cNvPr>
          <p:cNvGrpSpPr>
            <a:grpSpLocks noChangeAspect="1"/>
          </p:cNvGrpSpPr>
          <p:nvPr/>
        </p:nvGrpSpPr>
        <p:grpSpPr>
          <a:xfrm>
            <a:off x="20691426" y="5127614"/>
            <a:ext cx="893745" cy="808015"/>
            <a:chOff x="10449840" y="13716000"/>
            <a:chExt cx="415805" cy="3759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07D29F-66FA-47E5-865F-5A7627C5BB2C}"/>
                </a:ext>
              </a:extLst>
            </p:cNvPr>
            <p:cNvSpPr/>
            <p:nvPr/>
          </p:nvSpPr>
          <p:spPr>
            <a:xfrm>
              <a:off x="10449840" y="13716000"/>
              <a:ext cx="415805" cy="3759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7000"/>
              </a:schemeClr>
            </a:solidFill>
            <a:ln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1B4672C-1847-49E0-A6D1-BCB93C2B5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1584" y="13717547"/>
              <a:ext cx="401955" cy="371475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AF93460-0C3F-4326-8893-4131BF6D8EF3}"/>
              </a:ext>
            </a:extLst>
          </p:cNvPr>
          <p:cNvSpPr/>
          <p:nvPr/>
        </p:nvSpPr>
        <p:spPr>
          <a:xfrm>
            <a:off x="20842365" y="9623414"/>
            <a:ext cx="243840" cy="1173480"/>
          </a:xfrm>
          <a:prstGeom prst="roundRect">
            <a:avLst/>
          </a:prstGeom>
          <a:solidFill>
            <a:srgbClr val="371B9D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B7926-AF94-4CFE-B39A-1F1258C7CC9E}"/>
              </a:ext>
            </a:extLst>
          </p:cNvPr>
          <p:cNvSpPr txBox="1"/>
          <p:nvPr/>
        </p:nvSpPr>
        <p:spPr>
          <a:xfrm>
            <a:off x="21874592" y="9879167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Filter for 795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B3D134-CDE4-4336-9469-EE76C30A2AF6}"/>
              </a:ext>
            </a:extLst>
          </p:cNvPr>
          <p:cNvGrpSpPr/>
          <p:nvPr/>
        </p:nvGrpSpPr>
        <p:grpSpPr>
          <a:xfrm>
            <a:off x="20696916" y="3019128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" name="Rounded Rectangle 539">
              <a:extLst>
                <a:ext uri="{FF2B5EF4-FFF2-40B4-BE49-F238E27FC236}">
                  <a16:creationId xmlns:a16="http://schemas.microsoft.com/office/drawing/2014/main" id="{9CDD6E34-2E3B-4A8A-941F-08128BE8B4FD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6" name="Rounded Rectangle 540">
              <a:extLst>
                <a:ext uri="{FF2B5EF4-FFF2-40B4-BE49-F238E27FC236}">
                  <a16:creationId xmlns:a16="http://schemas.microsoft.com/office/drawing/2014/main" id="{5BCA7915-CFEE-43D1-8929-472687EF63F9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7" name="Rounded Rectangle 541">
              <a:extLst>
                <a:ext uri="{FF2B5EF4-FFF2-40B4-BE49-F238E27FC236}">
                  <a16:creationId xmlns:a16="http://schemas.microsoft.com/office/drawing/2014/main" id="{21E50B2E-4593-4C1E-A110-EFA550C25F68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5872CAC-20BA-4DA8-9A49-5ABA40C85803}"/>
              </a:ext>
            </a:extLst>
          </p:cNvPr>
          <p:cNvSpPr txBox="1"/>
          <p:nvPr/>
        </p:nvSpPr>
        <p:spPr>
          <a:xfrm>
            <a:off x="21783152" y="129367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Lens</a:t>
            </a:r>
          </a:p>
        </p:txBody>
      </p:sp>
      <p:sp>
        <p:nvSpPr>
          <p:cNvPr id="49" name="Chord 48">
            <a:extLst>
              <a:ext uri="{FF2B5EF4-FFF2-40B4-BE49-F238E27FC236}">
                <a16:creationId xmlns:a16="http://schemas.microsoft.com/office/drawing/2014/main" id="{9BE23323-7187-42A7-B2A7-831521864674}"/>
              </a:ext>
            </a:extLst>
          </p:cNvPr>
          <p:cNvSpPr>
            <a:spLocks noChangeAspect="1"/>
          </p:cNvSpPr>
          <p:nvPr/>
        </p:nvSpPr>
        <p:spPr>
          <a:xfrm rot="18954449">
            <a:off x="20891635" y="12594235"/>
            <a:ext cx="1595152" cy="1595152"/>
          </a:xfrm>
          <a:prstGeom prst="chord">
            <a:avLst>
              <a:gd name="adj1" fmla="val 10380880"/>
              <a:gd name="adj2" fmla="val 16200000"/>
            </a:avLst>
          </a:prstGeom>
          <a:solidFill>
            <a:schemeClr val="accent4">
              <a:lumMod val="75000"/>
              <a:alpha val="4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B4E90E-0659-444D-B024-2F1C9FAB101F}"/>
              </a:ext>
            </a:extLst>
          </p:cNvPr>
          <p:cNvGrpSpPr>
            <a:grpSpLocks noChangeAspect="1"/>
          </p:cNvGrpSpPr>
          <p:nvPr/>
        </p:nvGrpSpPr>
        <p:grpSpPr>
          <a:xfrm>
            <a:off x="20367398" y="14595426"/>
            <a:ext cx="1597055" cy="1662589"/>
            <a:chOff x="15614409" y="10984620"/>
            <a:chExt cx="1597055" cy="166258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4DA335-E7D5-40BE-9FD1-13AD442D7BAF}"/>
                </a:ext>
              </a:extLst>
            </p:cNvPr>
            <p:cNvCxnSpPr/>
            <p:nvPr/>
          </p:nvCxnSpPr>
          <p:spPr>
            <a:xfrm>
              <a:off x="15819120" y="1132840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FDD0FCF-A0D0-488E-B8E0-CCEC2777D3AA}"/>
                </a:ext>
              </a:extLst>
            </p:cNvPr>
            <p:cNvCxnSpPr/>
            <p:nvPr/>
          </p:nvCxnSpPr>
          <p:spPr>
            <a:xfrm>
              <a:off x="17003776" y="1131824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hord 52">
              <a:extLst>
                <a:ext uri="{FF2B5EF4-FFF2-40B4-BE49-F238E27FC236}">
                  <a16:creationId xmlns:a16="http://schemas.microsoft.com/office/drawing/2014/main" id="{A0E83237-D444-42A5-888C-3CC4327022BA}"/>
                </a:ext>
              </a:extLst>
            </p:cNvPr>
            <p:cNvSpPr>
              <a:spLocks noChangeAspect="1"/>
            </p:cNvSpPr>
            <p:nvPr/>
          </p:nvSpPr>
          <p:spPr>
            <a:xfrm rot="2893358">
              <a:off x="15616312" y="11052057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hord 53">
              <a:extLst>
                <a:ext uri="{FF2B5EF4-FFF2-40B4-BE49-F238E27FC236}">
                  <a16:creationId xmlns:a16="http://schemas.microsoft.com/office/drawing/2014/main" id="{B1050186-8E11-496B-B1A3-434EB3ADC2B6}"/>
                </a:ext>
              </a:extLst>
            </p:cNvPr>
            <p:cNvSpPr>
              <a:spLocks noChangeAspect="1"/>
            </p:cNvSpPr>
            <p:nvPr/>
          </p:nvSpPr>
          <p:spPr>
            <a:xfrm rot="13677858">
              <a:off x="15614409" y="10984620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C4CDCAA-A836-4C9E-971C-4375A4194FE2}"/>
              </a:ext>
            </a:extLst>
          </p:cNvPr>
          <p:cNvSpPr txBox="1"/>
          <p:nvPr/>
        </p:nvSpPr>
        <p:spPr>
          <a:xfrm>
            <a:off x="22133672" y="1515675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Telescope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78996C-512A-42B2-B817-FEEF6D989188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20996236" y="16609604"/>
            <a:ext cx="336616" cy="2268499"/>
            <a:chOff x="19674840" y="17815560"/>
            <a:chExt cx="350520" cy="23622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96C667C-7518-435A-AAAE-7FE8BC20291F}"/>
                </a:ext>
              </a:extLst>
            </p:cNvPr>
            <p:cNvGrpSpPr/>
            <p:nvPr/>
          </p:nvGrpSpPr>
          <p:grpSpPr>
            <a:xfrm>
              <a:off x="19674840" y="17815560"/>
              <a:ext cx="350520" cy="2362200"/>
              <a:chOff x="19674840" y="17815560"/>
              <a:chExt cx="350520" cy="23622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9C1FAB-0A24-4579-9F2D-96B3E691A384}"/>
                  </a:ext>
                </a:extLst>
              </p:cNvPr>
              <p:cNvSpPr/>
              <p:nvPr/>
            </p:nvSpPr>
            <p:spPr>
              <a:xfrm>
                <a:off x="19674840" y="17815560"/>
                <a:ext cx="350520" cy="236220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9FBA00A-FE88-4416-BAC1-D68187963B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51163" y="18329910"/>
                <a:ext cx="197875" cy="13335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55062BF-75EB-4AB8-B3A9-DEBAEE745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06982" y="18706080"/>
              <a:ext cx="86237" cy="5811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C881370-FF02-40DB-B36E-B21CF9B0A17E}"/>
              </a:ext>
            </a:extLst>
          </p:cNvPr>
          <p:cNvSpPr txBox="1"/>
          <p:nvPr/>
        </p:nvSpPr>
        <p:spPr>
          <a:xfrm>
            <a:off x="22380052" y="173182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Iris</a:t>
            </a:r>
          </a:p>
        </p:txBody>
      </p:sp>
      <p:sp>
        <p:nvSpPr>
          <p:cNvPr id="62" name="Pie 493">
            <a:extLst>
              <a:ext uri="{FF2B5EF4-FFF2-40B4-BE49-F238E27FC236}">
                <a16:creationId xmlns:a16="http://schemas.microsoft.com/office/drawing/2014/main" id="{A339C7C3-94F3-46D1-9069-780880879F8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0537297" y="11609265"/>
            <a:ext cx="866485" cy="563299"/>
          </a:xfrm>
          <a:prstGeom prst="flowChartManualOperation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6D6A40-8235-44FF-95DD-5707D07AA73E}"/>
              </a:ext>
            </a:extLst>
          </p:cNvPr>
          <p:cNvSpPr txBox="1"/>
          <p:nvPr/>
        </p:nvSpPr>
        <p:spPr>
          <a:xfrm>
            <a:off x="21573618" y="11680012"/>
            <a:ext cx="252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collimator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051655-4682-4A38-97AA-74E06DA6F96C}"/>
              </a:ext>
            </a:extLst>
          </p:cNvPr>
          <p:cNvGrpSpPr/>
          <p:nvPr/>
        </p:nvGrpSpPr>
        <p:grpSpPr>
          <a:xfrm>
            <a:off x="20803700" y="4079137"/>
            <a:ext cx="652922" cy="720022"/>
            <a:chOff x="36090295" y="3317783"/>
            <a:chExt cx="652922" cy="72002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7A5A6B-5F90-42D6-B236-609ECA66C220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B92050B-0F19-4B0A-BE89-62EDBC2FA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E888EC90-B352-4D38-B556-2783DF5E7316}"/>
              </a:ext>
            </a:extLst>
          </p:cNvPr>
          <p:cNvSpPr/>
          <p:nvPr/>
        </p:nvSpPr>
        <p:spPr>
          <a:xfrm rot="2391979">
            <a:off x="22019897" y="4847669"/>
            <a:ext cx="304800" cy="1341120"/>
          </a:xfrm>
          <a:prstGeom prst="ellipse">
            <a:avLst/>
          </a:prstGeom>
          <a:solidFill>
            <a:schemeClr val="accent2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2B87CE90-283E-4F9F-8701-A871E7280AAD}"/>
              </a:ext>
            </a:extLst>
          </p:cNvPr>
          <p:cNvSpPr txBox="1"/>
          <p:nvPr/>
        </p:nvSpPr>
        <p:spPr>
          <a:xfrm>
            <a:off x="22133672" y="20111461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AOM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4C42BB45-BEB8-4A38-89C7-C5CB130F6FAB}"/>
              </a:ext>
            </a:extLst>
          </p:cNvPr>
          <p:cNvSpPr/>
          <p:nvPr/>
        </p:nvSpPr>
        <p:spPr>
          <a:xfrm>
            <a:off x="20389187" y="19770056"/>
            <a:ext cx="1625938" cy="11665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AOM</a:t>
            </a:r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F5632DC-4B3F-4443-B490-CF87D659DE32}"/>
              </a:ext>
            </a:extLst>
          </p:cNvPr>
          <p:cNvGrpSpPr/>
          <p:nvPr/>
        </p:nvGrpSpPr>
        <p:grpSpPr>
          <a:xfrm>
            <a:off x="24932635" y="1123648"/>
            <a:ext cx="1953291" cy="1251081"/>
            <a:chOff x="24932635" y="1123648"/>
            <a:chExt cx="1953291" cy="1251081"/>
          </a:xfrm>
        </p:grpSpPr>
        <p:sp>
          <p:nvSpPr>
            <p:cNvPr id="429" name="Freeform 494">
              <a:extLst>
                <a:ext uri="{FF2B5EF4-FFF2-40B4-BE49-F238E27FC236}">
                  <a16:creationId xmlns:a16="http://schemas.microsoft.com/office/drawing/2014/main" id="{337717A0-1DAA-43BB-BF18-E5DC720B2EFF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Pie 493">
              <a:extLst>
                <a:ext uri="{FF2B5EF4-FFF2-40B4-BE49-F238E27FC236}">
                  <a16:creationId xmlns:a16="http://schemas.microsoft.com/office/drawing/2014/main" id="{6688C963-857F-476D-8C73-AE2FEA4CC10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6" name="Picture 135">
            <a:extLst>
              <a:ext uri="{FF2B5EF4-FFF2-40B4-BE49-F238E27FC236}">
                <a16:creationId xmlns:a16="http://schemas.microsoft.com/office/drawing/2014/main" id="{95EF6692-6575-4483-9B3E-2F3E2E718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510" y="1009040"/>
            <a:ext cx="14448198" cy="19571103"/>
          </a:xfrm>
          <a:prstGeom prst="rect">
            <a:avLst/>
          </a:prstGeom>
        </p:spPr>
      </p:pic>
      <p:grpSp>
        <p:nvGrpSpPr>
          <p:cNvPr id="586" name="Group 585">
            <a:extLst>
              <a:ext uri="{FF2B5EF4-FFF2-40B4-BE49-F238E27FC236}">
                <a16:creationId xmlns:a16="http://schemas.microsoft.com/office/drawing/2014/main" id="{9B71C8E7-5554-4D90-8832-155CCBD16D09}"/>
              </a:ext>
            </a:extLst>
          </p:cNvPr>
          <p:cNvGrpSpPr/>
          <p:nvPr/>
        </p:nvGrpSpPr>
        <p:grpSpPr>
          <a:xfrm>
            <a:off x="3260220" y="745548"/>
            <a:ext cx="12836696" cy="19048287"/>
            <a:chOff x="3260220" y="745548"/>
            <a:chExt cx="12836696" cy="19048287"/>
          </a:xfrm>
        </p:grpSpPr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0F52F38D-221B-44C3-B097-1ADD2B55E64A}"/>
                </a:ext>
              </a:extLst>
            </p:cNvPr>
            <p:cNvSpPr txBox="1"/>
            <p:nvPr/>
          </p:nvSpPr>
          <p:spPr>
            <a:xfrm>
              <a:off x="4272835" y="745548"/>
              <a:ext cx="112875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Mixer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3870062E-3FA1-4A65-B3D6-600E498D6115}"/>
                </a:ext>
              </a:extLst>
            </p:cNvPr>
            <p:cNvGrpSpPr/>
            <p:nvPr/>
          </p:nvGrpSpPr>
          <p:grpSpPr>
            <a:xfrm>
              <a:off x="3260220" y="2028621"/>
              <a:ext cx="12836696" cy="17765214"/>
              <a:chOff x="3260220" y="2028621"/>
              <a:chExt cx="12836696" cy="17765214"/>
            </a:xfrm>
          </p:grpSpPr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9D1AAB1F-925B-4110-9595-E06C875EC28C}"/>
                  </a:ext>
                </a:extLst>
              </p:cNvPr>
              <p:cNvSpPr/>
              <p:nvPr/>
            </p:nvSpPr>
            <p:spPr>
              <a:xfrm>
                <a:off x="4152900" y="2028621"/>
                <a:ext cx="11791950" cy="17365165"/>
              </a:xfrm>
              <a:prstGeom prst="rect">
                <a:avLst/>
              </a:prstGeom>
              <a:solidFill>
                <a:schemeClr val="bg2">
                  <a:lumMod val="75000"/>
                  <a:alpha val="37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90" name="Group 589">
                <a:extLst>
                  <a:ext uri="{FF2B5EF4-FFF2-40B4-BE49-F238E27FC236}">
                    <a16:creationId xmlns:a16="http://schemas.microsoft.com/office/drawing/2014/main" id="{23D92CB6-5DF5-43D8-BAD1-E0A348FFFA03}"/>
                  </a:ext>
                </a:extLst>
              </p:cNvPr>
              <p:cNvGrpSpPr/>
              <p:nvPr/>
            </p:nvGrpSpPr>
            <p:grpSpPr>
              <a:xfrm>
                <a:off x="15270023" y="2526772"/>
                <a:ext cx="826893" cy="573256"/>
                <a:chOff x="12042239" y="11213695"/>
                <a:chExt cx="474882" cy="212668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710" name="Rounded Rectangle 539">
                  <a:extLst>
                    <a:ext uri="{FF2B5EF4-FFF2-40B4-BE49-F238E27FC236}">
                      <a16:creationId xmlns:a16="http://schemas.microsoft.com/office/drawing/2014/main" id="{8CA82118-9446-478F-A98C-28FEF1299E88}"/>
                    </a:ext>
                  </a:extLst>
                </p:cNvPr>
                <p:cNvSpPr/>
                <p:nvPr/>
              </p:nvSpPr>
              <p:spPr>
                <a:xfrm>
                  <a:off x="12042239" y="11357661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711" name="Rounded Rectangle 540">
                  <a:extLst>
                    <a:ext uri="{FF2B5EF4-FFF2-40B4-BE49-F238E27FC236}">
                      <a16:creationId xmlns:a16="http://schemas.microsoft.com/office/drawing/2014/main" id="{C5A320B9-A551-4401-96D1-8D601ECA7A9F}"/>
                    </a:ext>
                  </a:extLst>
                </p:cNvPr>
                <p:cNvSpPr/>
                <p:nvPr/>
              </p:nvSpPr>
              <p:spPr>
                <a:xfrm>
                  <a:off x="12042239" y="11288609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712" name="Rounded Rectangle 541">
                  <a:extLst>
                    <a:ext uri="{FF2B5EF4-FFF2-40B4-BE49-F238E27FC236}">
                      <a16:creationId xmlns:a16="http://schemas.microsoft.com/office/drawing/2014/main" id="{78B59141-5F53-403D-A3D6-ECE63D6CEB82}"/>
                    </a:ext>
                  </a:extLst>
                </p:cNvPr>
                <p:cNvSpPr/>
                <p:nvPr/>
              </p:nvSpPr>
              <p:spPr>
                <a:xfrm>
                  <a:off x="12042239" y="11213695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</p:grpSp>
          <p:grpSp>
            <p:nvGrpSpPr>
              <p:cNvPr id="591" name="Group 590">
                <a:extLst>
                  <a:ext uri="{FF2B5EF4-FFF2-40B4-BE49-F238E27FC236}">
                    <a16:creationId xmlns:a16="http://schemas.microsoft.com/office/drawing/2014/main" id="{A8B89BAE-60BE-49BA-BE83-28683AC21BCE}"/>
                  </a:ext>
                </a:extLst>
              </p:cNvPr>
              <p:cNvGrpSpPr/>
              <p:nvPr/>
            </p:nvGrpSpPr>
            <p:grpSpPr>
              <a:xfrm>
                <a:off x="4830623" y="2526772"/>
                <a:ext cx="826893" cy="573256"/>
                <a:chOff x="12042239" y="11213695"/>
                <a:chExt cx="474882" cy="212668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707" name="Rounded Rectangle 539">
                  <a:extLst>
                    <a:ext uri="{FF2B5EF4-FFF2-40B4-BE49-F238E27FC236}">
                      <a16:creationId xmlns:a16="http://schemas.microsoft.com/office/drawing/2014/main" id="{1569722D-8F7C-4E4E-86F6-E7627AFF796D}"/>
                    </a:ext>
                  </a:extLst>
                </p:cNvPr>
                <p:cNvSpPr/>
                <p:nvPr/>
              </p:nvSpPr>
              <p:spPr>
                <a:xfrm>
                  <a:off x="12042239" y="11357661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708" name="Rounded Rectangle 540">
                  <a:extLst>
                    <a:ext uri="{FF2B5EF4-FFF2-40B4-BE49-F238E27FC236}">
                      <a16:creationId xmlns:a16="http://schemas.microsoft.com/office/drawing/2014/main" id="{78F85C81-1B1D-48BF-9509-4356E85788C0}"/>
                    </a:ext>
                  </a:extLst>
                </p:cNvPr>
                <p:cNvSpPr/>
                <p:nvPr/>
              </p:nvSpPr>
              <p:spPr>
                <a:xfrm>
                  <a:off x="12042239" y="11288609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709" name="Rounded Rectangle 541">
                  <a:extLst>
                    <a:ext uri="{FF2B5EF4-FFF2-40B4-BE49-F238E27FC236}">
                      <a16:creationId xmlns:a16="http://schemas.microsoft.com/office/drawing/2014/main" id="{D699CBBC-9DB0-42F2-8103-279F295D0282}"/>
                    </a:ext>
                  </a:extLst>
                </p:cNvPr>
                <p:cNvSpPr/>
                <p:nvPr/>
              </p:nvSpPr>
              <p:spPr>
                <a:xfrm>
                  <a:off x="12042239" y="11213695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</p:grpSp>
          <p:grpSp>
            <p:nvGrpSpPr>
              <p:cNvPr id="592" name="Group 591">
                <a:extLst>
                  <a:ext uri="{FF2B5EF4-FFF2-40B4-BE49-F238E27FC236}">
                    <a16:creationId xmlns:a16="http://schemas.microsoft.com/office/drawing/2014/main" id="{65099004-0ADB-47CB-86B1-579652A4A166}"/>
                  </a:ext>
                </a:extLst>
              </p:cNvPr>
              <p:cNvGrpSpPr/>
              <p:nvPr/>
            </p:nvGrpSpPr>
            <p:grpSpPr>
              <a:xfrm rot="16200000">
                <a:off x="9730526" y="18191649"/>
                <a:ext cx="1953291" cy="1251081"/>
                <a:chOff x="24932635" y="1123648"/>
                <a:chExt cx="1953291" cy="1251081"/>
              </a:xfrm>
            </p:grpSpPr>
            <p:sp>
              <p:nvSpPr>
                <p:cNvPr id="705" name="Freeform 494">
                  <a:extLst>
                    <a:ext uri="{FF2B5EF4-FFF2-40B4-BE49-F238E27FC236}">
                      <a16:creationId xmlns:a16="http://schemas.microsoft.com/office/drawing/2014/main" id="{4B661491-41C4-403B-91E8-77C93B9AB3F8}"/>
                    </a:ext>
                  </a:extLst>
                </p:cNvPr>
                <p:cNvSpPr/>
                <p:nvPr/>
              </p:nvSpPr>
              <p:spPr>
                <a:xfrm rot="1563107" flipH="1">
                  <a:off x="24932635" y="1477680"/>
                  <a:ext cx="1037219" cy="670661"/>
                </a:xfrm>
                <a:custGeom>
                  <a:avLst/>
                  <a:gdLst>
                    <a:gd name="connsiteX0" fmla="*/ 0 w 262484"/>
                    <a:gd name="connsiteY0" fmla="*/ 146546 h 209479"/>
                    <a:gd name="connsiteX1" fmla="*/ 79248 w 262484"/>
                    <a:gd name="connsiteY1" fmla="*/ 242 h 209479"/>
                    <a:gd name="connsiteX2" fmla="*/ 42672 w 262484"/>
                    <a:gd name="connsiteY2" fmla="*/ 177026 h 209479"/>
                    <a:gd name="connsiteX3" fmla="*/ 134112 w 262484"/>
                    <a:gd name="connsiteY3" fmla="*/ 30722 h 209479"/>
                    <a:gd name="connsiteX4" fmla="*/ 109728 w 262484"/>
                    <a:gd name="connsiteY4" fmla="*/ 189218 h 209479"/>
                    <a:gd name="connsiteX5" fmla="*/ 182880 w 262484"/>
                    <a:gd name="connsiteY5" fmla="*/ 73394 h 209479"/>
                    <a:gd name="connsiteX6" fmla="*/ 188976 w 262484"/>
                    <a:gd name="connsiteY6" fmla="*/ 158738 h 209479"/>
                    <a:gd name="connsiteX7" fmla="*/ 256032 w 262484"/>
                    <a:gd name="connsiteY7" fmla="*/ 207506 h 209479"/>
                    <a:gd name="connsiteX8" fmla="*/ 256032 w 262484"/>
                    <a:gd name="connsiteY8" fmla="*/ 195314 h 209479"/>
                    <a:gd name="connsiteX0" fmla="*/ 0 w 300512"/>
                    <a:gd name="connsiteY0" fmla="*/ 146546 h 223411"/>
                    <a:gd name="connsiteX1" fmla="*/ 79248 w 300512"/>
                    <a:gd name="connsiteY1" fmla="*/ 242 h 223411"/>
                    <a:gd name="connsiteX2" fmla="*/ 42672 w 300512"/>
                    <a:gd name="connsiteY2" fmla="*/ 177026 h 223411"/>
                    <a:gd name="connsiteX3" fmla="*/ 134112 w 300512"/>
                    <a:gd name="connsiteY3" fmla="*/ 30722 h 223411"/>
                    <a:gd name="connsiteX4" fmla="*/ 109728 w 300512"/>
                    <a:gd name="connsiteY4" fmla="*/ 189218 h 223411"/>
                    <a:gd name="connsiteX5" fmla="*/ 182880 w 300512"/>
                    <a:gd name="connsiteY5" fmla="*/ 73394 h 223411"/>
                    <a:gd name="connsiteX6" fmla="*/ 188976 w 300512"/>
                    <a:gd name="connsiteY6" fmla="*/ 158738 h 223411"/>
                    <a:gd name="connsiteX7" fmla="*/ 256032 w 300512"/>
                    <a:gd name="connsiteY7" fmla="*/ 207506 h 223411"/>
                    <a:gd name="connsiteX8" fmla="*/ 299847 w 300512"/>
                    <a:gd name="connsiteY8" fmla="*/ 220079 h 223411"/>
                    <a:gd name="connsiteX0" fmla="*/ 0 w 256032"/>
                    <a:gd name="connsiteY0" fmla="*/ 146546 h 207506"/>
                    <a:gd name="connsiteX1" fmla="*/ 79248 w 256032"/>
                    <a:gd name="connsiteY1" fmla="*/ 242 h 207506"/>
                    <a:gd name="connsiteX2" fmla="*/ 42672 w 256032"/>
                    <a:gd name="connsiteY2" fmla="*/ 177026 h 207506"/>
                    <a:gd name="connsiteX3" fmla="*/ 134112 w 256032"/>
                    <a:gd name="connsiteY3" fmla="*/ 30722 h 207506"/>
                    <a:gd name="connsiteX4" fmla="*/ 109728 w 256032"/>
                    <a:gd name="connsiteY4" fmla="*/ 189218 h 207506"/>
                    <a:gd name="connsiteX5" fmla="*/ 182880 w 256032"/>
                    <a:gd name="connsiteY5" fmla="*/ 73394 h 207506"/>
                    <a:gd name="connsiteX6" fmla="*/ 188976 w 256032"/>
                    <a:gd name="connsiteY6" fmla="*/ 158738 h 207506"/>
                    <a:gd name="connsiteX7" fmla="*/ 256032 w 256032"/>
                    <a:gd name="connsiteY7" fmla="*/ 207506 h 207506"/>
                    <a:gd name="connsiteX0" fmla="*/ 0 w 275082"/>
                    <a:gd name="connsiteY0" fmla="*/ 140948 h 207623"/>
                    <a:gd name="connsiteX1" fmla="*/ 98298 w 275082"/>
                    <a:gd name="connsiteY1" fmla="*/ 359 h 207623"/>
                    <a:gd name="connsiteX2" fmla="*/ 61722 w 275082"/>
                    <a:gd name="connsiteY2" fmla="*/ 177143 h 207623"/>
                    <a:gd name="connsiteX3" fmla="*/ 153162 w 275082"/>
                    <a:gd name="connsiteY3" fmla="*/ 30839 h 207623"/>
                    <a:gd name="connsiteX4" fmla="*/ 128778 w 275082"/>
                    <a:gd name="connsiteY4" fmla="*/ 189335 h 207623"/>
                    <a:gd name="connsiteX5" fmla="*/ 201930 w 275082"/>
                    <a:gd name="connsiteY5" fmla="*/ 73511 h 207623"/>
                    <a:gd name="connsiteX6" fmla="*/ 208026 w 275082"/>
                    <a:gd name="connsiteY6" fmla="*/ 158855 h 207623"/>
                    <a:gd name="connsiteX7" fmla="*/ 275082 w 275082"/>
                    <a:gd name="connsiteY7" fmla="*/ 207623 h 207623"/>
                    <a:gd name="connsiteX0" fmla="*/ 0 w 275082"/>
                    <a:gd name="connsiteY0" fmla="*/ 139053 h 205728"/>
                    <a:gd name="connsiteX1" fmla="*/ 94488 w 275082"/>
                    <a:gd name="connsiteY1" fmla="*/ 369 h 205728"/>
                    <a:gd name="connsiteX2" fmla="*/ 61722 w 275082"/>
                    <a:gd name="connsiteY2" fmla="*/ 175248 h 205728"/>
                    <a:gd name="connsiteX3" fmla="*/ 153162 w 275082"/>
                    <a:gd name="connsiteY3" fmla="*/ 28944 h 205728"/>
                    <a:gd name="connsiteX4" fmla="*/ 128778 w 275082"/>
                    <a:gd name="connsiteY4" fmla="*/ 187440 h 205728"/>
                    <a:gd name="connsiteX5" fmla="*/ 201930 w 275082"/>
                    <a:gd name="connsiteY5" fmla="*/ 71616 h 205728"/>
                    <a:gd name="connsiteX6" fmla="*/ 208026 w 275082"/>
                    <a:gd name="connsiteY6" fmla="*/ 156960 h 205728"/>
                    <a:gd name="connsiteX7" fmla="*/ 275082 w 275082"/>
                    <a:gd name="connsiteY7" fmla="*/ 205728 h 205728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53162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07823 w 275082"/>
                    <a:gd name="connsiteY4" fmla="*/ 19296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4310 w 275082"/>
                    <a:gd name="connsiteY5" fmla="*/ 5999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192786 w 275082"/>
                    <a:gd name="connsiteY6" fmla="*/ 170107 h 205540"/>
                    <a:gd name="connsiteX7" fmla="*/ 275082 w 275082"/>
                    <a:gd name="connsiteY7" fmla="*/ 205540 h 205540"/>
                    <a:gd name="connsiteX0" fmla="*/ 0 w 267462"/>
                    <a:gd name="connsiteY0" fmla="*/ 138865 h 216970"/>
                    <a:gd name="connsiteX1" fmla="*/ 94488 w 267462"/>
                    <a:gd name="connsiteY1" fmla="*/ 181 h 216970"/>
                    <a:gd name="connsiteX2" fmla="*/ 52197 w 267462"/>
                    <a:gd name="connsiteY2" fmla="*/ 163630 h 216970"/>
                    <a:gd name="connsiteX3" fmla="*/ 143637 w 267462"/>
                    <a:gd name="connsiteY3" fmla="*/ 24946 h 216970"/>
                    <a:gd name="connsiteX4" fmla="*/ 111633 w 267462"/>
                    <a:gd name="connsiteY4" fmla="*/ 191062 h 216970"/>
                    <a:gd name="connsiteX5" fmla="*/ 198120 w 267462"/>
                    <a:gd name="connsiteY5" fmla="*/ 63808 h 216970"/>
                    <a:gd name="connsiteX6" fmla="*/ 192786 w 267462"/>
                    <a:gd name="connsiteY6" fmla="*/ 170107 h 216970"/>
                    <a:gd name="connsiteX7" fmla="*/ 267462 w 267462"/>
                    <a:gd name="connsiteY7" fmla="*/ 216970 h 216970"/>
                    <a:gd name="connsiteX0" fmla="*/ 6703 w 274165"/>
                    <a:gd name="connsiteY0" fmla="*/ 138755 h 216860"/>
                    <a:gd name="connsiteX1" fmla="*/ 7084 w 274165"/>
                    <a:gd name="connsiteY1" fmla="*/ 142946 h 216860"/>
                    <a:gd name="connsiteX2" fmla="*/ 101191 w 274165"/>
                    <a:gd name="connsiteY2" fmla="*/ 71 h 216860"/>
                    <a:gd name="connsiteX3" fmla="*/ 58900 w 274165"/>
                    <a:gd name="connsiteY3" fmla="*/ 163520 h 216860"/>
                    <a:gd name="connsiteX4" fmla="*/ 150340 w 274165"/>
                    <a:gd name="connsiteY4" fmla="*/ 24836 h 216860"/>
                    <a:gd name="connsiteX5" fmla="*/ 118336 w 274165"/>
                    <a:gd name="connsiteY5" fmla="*/ 190952 h 216860"/>
                    <a:gd name="connsiteX6" fmla="*/ 204823 w 274165"/>
                    <a:gd name="connsiteY6" fmla="*/ 63698 h 216860"/>
                    <a:gd name="connsiteX7" fmla="*/ 199489 w 274165"/>
                    <a:gd name="connsiteY7" fmla="*/ 169997 h 216860"/>
                    <a:gd name="connsiteX8" fmla="*/ 274165 w 274165"/>
                    <a:gd name="connsiteY8" fmla="*/ 216860 h 216860"/>
                    <a:gd name="connsiteX0" fmla="*/ 6703 w 274165"/>
                    <a:gd name="connsiteY0" fmla="*/ 138865 h 216970"/>
                    <a:gd name="connsiteX1" fmla="*/ 7084 w 274165"/>
                    <a:gd name="connsiteY1" fmla="*/ 131626 h 216970"/>
                    <a:gd name="connsiteX2" fmla="*/ 101191 w 274165"/>
                    <a:gd name="connsiteY2" fmla="*/ 181 h 216970"/>
                    <a:gd name="connsiteX3" fmla="*/ 58900 w 274165"/>
                    <a:gd name="connsiteY3" fmla="*/ 163630 h 216970"/>
                    <a:gd name="connsiteX4" fmla="*/ 150340 w 274165"/>
                    <a:gd name="connsiteY4" fmla="*/ 24946 h 216970"/>
                    <a:gd name="connsiteX5" fmla="*/ 118336 w 274165"/>
                    <a:gd name="connsiteY5" fmla="*/ 191062 h 216970"/>
                    <a:gd name="connsiteX6" fmla="*/ 204823 w 274165"/>
                    <a:gd name="connsiteY6" fmla="*/ 63808 h 216970"/>
                    <a:gd name="connsiteX7" fmla="*/ 199489 w 274165"/>
                    <a:gd name="connsiteY7" fmla="*/ 170107 h 216970"/>
                    <a:gd name="connsiteX8" fmla="*/ 274165 w 274165"/>
                    <a:gd name="connsiteY8" fmla="*/ 216970 h 216970"/>
                    <a:gd name="connsiteX0" fmla="*/ 24483 w 291945"/>
                    <a:gd name="connsiteY0" fmla="*/ 138865 h 216970"/>
                    <a:gd name="connsiteX1" fmla="*/ 24864 w 291945"/>
                    <a:gd name="connsiteY1" fmla="*/ 131626 h 216970"/>
                    <a:gd name="connsiteX2" fmla="*/ 118971 w 291945"/>
                    <a:gd name="connsiteY2" fmla="*/ 181 h 216970"/>
                    <a:gd name="connsiteX3" fmla="*/ 76680 w 291945"/>
                    <a:gd name="connsiteY3" fmla="*/ 163630 h 216970"/>
                    <a:gd name="connsiteX4" fmla="*/ 168120 w 291945"/>
                    <a:gd name="connsiteY4" fmla="*/ 24946 h 216970"/>
                    <a:gd name="connsiteX5" fmla="*/ 136116 w 291945"/>
                    <a:gd name="connsiteY5" fmla="*/ 191062 h 216970"/>
                    <a:gd name="connsiteX6" fmla="*/ 222603 w 291945"/>
                    <a:gd name="connsiteY6" fmla="*/ 63808 h 216970"/>
                    <a:gd name="connsiteX7" fmla="*/ 217269 w 291945"/>
                    <a:gd name="connsiteY7" fmla="*/ 170107 h 216970"/>
                    <a:gd name="connsiteX8" fmla="*/ 291945 w 291945"/>
                    <a:gd name="connsiteY8" fmla="*/ 216970 h 216970"/>
                    <a:gd name="connsiteX0" fmla="*/ 11607 w 279069"/>
                    <a:gd name="connsiteY0" fmla="*/ 138890 h 216995"/>
                    <a:gd name="connsiteX1" fmla="*/ 31038 w 279069"/>
                    <a:gd name="connsiteY1" fmla="*/ 129746 h 216995"/>
                    <a:gd name="connsiteX2" fmla="*/ 106095 w 279069"/>
                    <a:gd name="connsiteY2" fmla="*/ 206 h 216995"/>
                    <a:gd name="connsiteX3" fmla="*/ 63804 w 279069"/>
                    <a:gd name="connsiteY3" fmla="*/ 163655 h 216995"/>
                    <a:gd name="connsiteX4" fmla="*/ 155244 w 279069"/>
                    <a:gd name="connsiteY4" fmla="*/ 24971 h 216995"/>
                    <a:gd name="connsiteX5" fmla="*/ 123240 w 279069"/>
                    <a:gd name="connsiteY5" fmla="*/ 191087 h 216995"/>
                    <a:gd name="connsiteX6" fmla="*/ 209727 w 279069"/>
                    <a:gd name="connsiteY6" fmla="*/ 63833 h 216995"/>
                    <a:gd name="connsiteX7" fmla="*/ 204393 w 279069"/>
                    <a:gd name="connsiteY7" fmla="*/ 170132 h 216995"/>
                    <a:gd name="connsiteX8" fmla="*/ 279069 w 279069"/>
                    <a:gd name="connsiteY8" fmla="*/ 216995 h 216995"/>
                    <a:gd name="connsiteX0" fmla="*/ 15180 w 276927"/>
                    <a:gd name="connsiteY0" fmla="*/ 51260 h 216995"/>
                    <a:gd name="connsiteX1" fmla="*/ 28896 w 276927"/>
                    <a:gd name="connsiteY1" fmla="*/ 129746 h 216995"/>
                    <a:gd name="connsiteX2" fmla="*/ 103953 w 276927"/>
                    <a:gd name="connsiteY2" fmla="*/ 206 h 216995"/>
                    <a:gd name="connsiteX3" fmla="*/ 61662 w 276927"/>
                    <a:gd name="connsiteY3" fmla="*/ 163655 h 216995"/>
                    <a:gd name="connsiteX4" fmla="*/ 153102 w 276927"/>
                    <a:gd name="connsiteY4" fmla="*/ 24971 h 216995"/>
                    <a:gd name="connsiteX5" fmla="*/ 121098 w 276927"/>
                    <a:gd name="connsiteY5" fmla="*/ 191087 h 216995"/>
                    <a:gd name="connsiteX6" fmla="*/ 207585 w 276927"/>
                    <a:gd name="connsiteY6" fmla="*/ 63833 h 216995"/>
                    <a:gd name="connsiteX7" fmla="*/ 202251 w 276927"/>
                    <a:gd name="connsiteY7" fmla="*/ 170132 h 216995"/>
                    <a:gd name="connsiteX8" fmla="*/ 276927 w 276927"/>
                    <a:gd name="connsiteY8" fmla="*/ 216995 h 216995"/>
                    <a:gd name="connsiteX0" fmla="*/ 34758 w 296505"/>
                    <a:gd name="connsiteY0" fmla="*/ 51155 h 216890"/>
                    <a:gd name="connsiteX1" fmla="*/ 21804 w 296505"/>
                    <a:gd name="connsiteY1" fmla="*/ 139166 h 216890"/>
                    <a:gd name="connsiteX2" fmla="*/ 123531 w 296505"/>
                    <a:gd name="connsiteY2" fmla="*/ 101 h 216890"/>
                    <a:gd name="connsiteX3" fmla="*/ 81240 w 296505"/>
                    <a:gd name="connsiteY3" fmla="*/ 163550 h 216890"/>
                    <a:gd name="connsiteX4" fmla="*/ 172680 w 296505"/>
                    <a:gd name="connsiteY4" fmla="*/ 24866 h 216890"/>
                    <a:gd name="connsiteX5" fmla="*/ 140676 w 296505"/>
                    <a:gd name="connsiteY5" fmla="*/ 190982 h 216890"/>
                    <a:gd name="connsiteX6" fmla="*/ 227163 w 296505"/>
                    <a:gd name="connsiteY6" fmla="*/ 63728 h 216890"/>
                    <a:gd name="connsiteX7" fmla="*/ 221829 w 296505"/>
                    <a:gd name="connsiteY7" fmla="*/ 170027 h 216890"/>
                    <a:gd name="connsiteX8" fmla="*/ 296505 w 296505"/>
                    <a:gd name="connsiteY8" fmla="*/ 216890 h 216890"/>
                    <a:gd name="connsiteX0" fmla="*/ 1399 w 318391"/>
                    <a:gd name="connsiteY0" fmla="*/ 85445 h 216890"/>
                    <a:gd name="connsiteX1" fmla="*/ 43690 w 318391"/>
                    <a:gd name="connsiteY1" fmla="*/ 139166 h 216890"/>
                    <a:gd name="connsiteX2" fmla="*/ 145417 w 318391"/>
                    <a:gd name="connsiteY2" fmla="*/ 101 h 216890"/>
                    <a:gd name="connsiteX3" fmla="*/ 103126 w 318391"/>
                    <a:gd name="connsiteY3" fmla="*/ 163550 h 216890"/>
                    <a:gd name="connsiteX4" fmla="*/ 194566 w 318391"/>
                    <a:gd name="connsiteY4" fmla="*/ 24866 h 216890"/>
                    <a:gd name="connsiteX5" fmla="*/ 162562 w 318391"/>
                    <a:gd name="connsiteY5" fmla="*/ 190982 h 216890"/>
                    <a:gd name="connsiteX6" fmla="*/ 249049 w 318391"/>
                    <a:gd name="connsiteY6" fmla="*/ 63728 h 216890"/>
                    <a:gd name="connsiteX7" fmla="*/ 243715 w 318391"/>
                    <a:gd name="connsiteY7" fmla="*/ 170027 h 216890"/>
                    <a:gd name="connsiteX8" fmla="*/ 318391 w 318391"/>
                    <a:gd name="connsiteY8" fmla="*/ 216890 h 216890"/>
                    <a:gd name="connsiteX0" fmla="*/ 5949 w 322941"/>
                    <a:gd name="connsiteY0" fmla="*/ 85445 h 216890"/>
                    <a:gd name="connsiteX1" fmla="*/ 2521 w 322941"/>
                    <a:gd name="connsiteY1" fmla="*/ 89636 h 216890"/>
                    <a:gd name="connsiteX2" fmla="*/ 48240 w 322941"/>
                    <a:gd name="connsiteY2" fmla="*/ 139166 h 216890"/>
                    <a:gd name="connsiteX3" fmla="*/ 149967 w 322941"/>
                    <a:gd name="connsiteY3" fmla="*/ 101 h 216890"/>
                    <a:gd name="connsiteX4" fmla="*/ 107676 w 322941"/>
                    <a:gd name="connsiteY4" fmla="*/ 163550 h 216890"/>
                    <a:gd name="connsiteX5" fmla="*/ 199116 w 322941"/>
                    <a:gd name="connsiteY5" fmla="*/ 24866 h 216890"/>
                    <a:gd name="connsiteX6" fmla="*/ 167112 w 322941"/>
                    <a:gd name="connsiteY6" fmla="*/ 190982 h 216890"/>
                    <a:gd name="connsiteX7" fmla="*/ 253599 w 322941"/>
                    <a:gd name="connsiteY7" fmla="*/ 63728 h 216890"/>
                    <a:gd name="connsiteX8" fmla="*/ 248265 w 322941"/>
                    <a:gd name="connsiteY8" fmla="*/ 170027 h 216890"/>
                    <a:gd name="connsiteX9" fmla="*/ 322941 w 322941"/>
                    <a:gd name="connsiteY9" fmla="*/ 216890 h 216890"/>
                    <a:gd name="connsiteX0" fmla="*/ 8 w 317000"/>
                    <a:gd name="connsiteY0" fmla="*/ 85445 h 216890"/>
                    <a:gd name="connsiteX1" fmla="*/ 40395 w 317000"/>
                    <a:gd name="connsiteY1" fmla="*/ 53441 h 216890"/>
                    <a:gd name="connsiteX2" fmla="*/ 42299 w 317000"/>
                    <a:gd name="connsiteY2" fmla="*/ 139166 h 216890"/>
                    <a:gd name="connsiteX3" fmla="*/ 144026 w 317000"/>
                    <a:gd name="connsiteY3" fmla="*/ 101 h 216890"/>
                    <a:gd name="connsiteX4" fmla="*/ 101735 w 317000"/>
                    <a:gd name="connsiteY4" fmla="*/ 163550 h 216890"/>
                    <a:gd name="connsiteX5" fmla="*/ 193175 w 317000"/>
                    <a:gd name="connsiteY5" fmla="*/ 24866 h 216890"/>
                    <a:gd name="connsiteX6" fmla="*/ 161171 w 317000"/>
                    <a:gd name="connsiteY6" fmla="*/ 190982 h 216890"/>
                    <a:gd name="connsiteX7" fmla="*/ 247658 w 317000"/>
                    <a:gd name="connsiteY7" fmla="*/ 63728 h 216890"/>
                    <a:gd name="connsiteX8" fmla="*/ 242324 w 317000"/>
                    <a:gd name="connsiteY8" fmla="*/ 170027 h 216890"/>
                    <a:gd name="connsiteX9" fmla="*/ 317000 w 317000"/>
                    <a:gd name="connsiteY9" fmla="*/ 216890 h 216890"/>
                    <a:gd name="connsiteX0" fmla="*/ 16284 w 333276"/>
                    <a:gd name="connsiteY0" fmla="*/ 85445 h 216890"/>
                    <a:gd name="connsiteX1" fmla="*/ 1426 w 333276"/>
                    <a:gd name="connsiteY1" fmla="*/ 110591 h 216890"/>
                    <a:gd name="connsiteX2" fmla="*/ 58575 w 333276"/>
                    <a:gd name="connsiteY2" fmla="*/ 139166 h 216890"/>
                    <a:gd name="connsiteX3" fmla="*/ 160302 w 333276"/>
                    <a:gd name="connsiteY3" fmla="*/ 101 h 216890"/>
                    <a:gd name="connsiteX4" fmla="*/ 118011 w 333276"/>
                    <a:gd name="connsiteY4" fmla="*/ 163550 h 216890"/>
                    <a:gd name="connsiteX5" fmla="*/ 209451 w 333276"/>
                    <a:gd name="connsiteY5" fmla="*/ 24866 h 216890"/>
                    <a:gd name="connsiteX6" fmla="*/ 177447 w 333276"/>
                    <a:gd name="connsiteY6" fmla="*/ 190982 h 216890"/>
                    <a:gd name="connsiteX7" fmla="*/ 263934 w 333276"/>
                    <a:gd name="connsiteY7" fmla="*/ 63728 h 216890"/>
                    <a:gd name="connsiteX8" fmla="*/ 258600 w 333276"/>
                    <a:gd name="connsiteY8" fmla="*/ 170027 h 216890"/>
                    <a:gd name="connsiteX9" fmla="*/ 333276 w 333276"/>
                    <a:gd name="connsiteY9" fmla="*/ 216890 h 216890"/>
                    <a:gd name="connsiteX0" fmla="*/ 66774 w 332331"/>
                    <a:gd name="connsiteY0" fmla="*/ 9245 h 216890"/>
                    <a:gd name="connsiteX1" fmla="*/ 481 w 332331"/>
                    <a:gd name="connsiteY1" fmla="*/ 110591 h 216890"/>
                    <a:gd name="connsiteX2" fmla="*/ 57630 w 332331"/>
                    <a:gd name="connsiteY2" fmla="*/ 139166 h 216890"/>
                    <a:gd name="connsiteX3" fmla="*/ 159357 w 332331"/>
                    <a:gd name="connsiteY3" fmla="*/ 101 h 216890"/>
                    <a:gd name="connsiteX4" fmla="*/ 117066 w 332331"/>
                    <a:gd name="connsiteY4" fmla="*/ 163550 h 216890"/>
                    <a:gd name="connsiteX5" fmla="*/ 208506 w 332331"/>
                    <a:gd name="connsiteY5" fmla="*/ 24866 h 216890"/>
                    <a:gd name="connsiteX6" fmla="*/ 176502 w 332331"/>
                    <a:gd name="connsiteY6" fmla="*/ 190982 h 216890"/>
                    <a:gd name="connsiteX7" fmla="*/ 262989 w 332331"/>
                    <a:gd name="connsiteY7" fmla="*/ 63728 h 216890"/>
                    <a:gd name="connsiteX8" fmla="*/ 257655 w 332331"/>
                    <a:gd name="connsiteY8" fmla="*/ 170027 h 216890"/>
                    <a:gd name="connsiteX9" fmla="*/ 332331 w 332331"/>
                    <a:gd name="connsiteY9" fmla="*/ 216890 h 216890"/>
                    <a:gd name="connsiteX0" fmla="*/ 19501 w 285058"/>
                    <a:gd name="connsiteY0" fmla="*/ 9245 h 216890"/>
                    <a:gd name="connsiteX1" fmla="*/ 6548 w 285058"/>
                    <a:gd name="connsiteY1" fmla="*/ 70586 h 216890"/>
                    <a:gd name="connsiteX2" fmla="*/ 10357 w 285058"/>
                    <a:gd name="connsiteY2" fmla="*/ 139166 h 216890"/>
                    <a:gd name="connsiteX3" fmla="*/ 112084 w 285058"/>
                    <a:gd name="connsiteY3" fmla="*/ 101 h 216890"/>
                    <a:gd name="connsiteX4" fmla="*/ 69793 w 285058"/>
                    <a:gd name="connsiteY4" fmla="*/ 163550 h 216890"/>
                    <a:gd name="connsiteX5" fmla="*/ 161233 w 285058"/>
                    <a:gd name="connsiteY5" fmla="*/ 24866 h 216890"/>
                    <a:gd name="connsiteX6" fmla="*/ 129229 w 285058"/>
                    <a:gd name="connsiteY6" fmla="*/ 190982 h 216890"/>
                    <a:gd name="connsiteX7" fmla="*/ 215716 w 285058"/>
                    <a:gd name="connsiteY7" fmla="*/ 63728 h 216890"/>
                    <a:gd name="connsiteX8" fmla="*/ 210382 w 285058"/>
                    <a:gd name="connsiteY8" fmla="*/ 170027 h 216890"/>
                    <a:gd name="connsiteX9" fmla="*/ 285058 w 285058"/>
                    <a:gd name="connsiteY9" fmla="*/ 216890 h 216890"/>
                    <a:gd name="connsiteX0" fmla="*/ 5 w 328427"/>
                    <a:gd name="connsiteY0" fmla="*/ 1625 h 216890"/>
                    <a:gd name="connsiteX1" fmla="*/ 49917 w 328427"/>
                    <a:gd name="connsiteY1" fmla="*/ 7058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5 w 328427"/>
                    <a:gd name="connsiteY0" fmla="*/ 1625 h 216890"/>
                    <a:gd name="connsiteX1" fmla="*/ 65157 w 328427"/>
                    <a:gd name="connsiteY1" fmla="*/ 5534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4 w 328426"/>
                    <a:gd name="connsiteY0" fmla="*/ 1625 h 216890"/>
                    <a:gd name="connsiteX1" fmla="*/ 82301 w 328426"/>
                    <a:gd name="connsiteY1" fmla="*/ 38201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4 w 328426"/>
                    <a:gd name="connsiteY0" fmla="*/ 1625 h 216890"/>
                    <a:gd name="connsiteX1" fmla="*/ 65156 w 328426"/>
                    <a:gd name="connsiteY1" fmla="*/ 36296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3 w 341760"/>
                    <a:gd name="connsiteY0" fmla="*/ 0 h 220980"/>
                    <a:gd name="connsiteX1" fmla="*/ 78490 w 341760"/>
                    <a:gd name="connsiteY1" fmla="*/ 40386 h 220980"/>
                    <a:gd name="connsiteX2" fmla="*/ 67059 w 341760"/>
                    <a:gd name="connsiteY2" fmla="*/ 143256 h 220980"/>
                    <a:gd name="connsiteX3" fmla="*/ 168786 w 341760"/>
                    <a:gd name="connsiteY3" fmla="*/ 4191 h 220980"/>
                    <a:gd name="connsiteX4" fmla="*/ 126495 w 341760"/>
                    <a:gd name="connsiteY4" fmla="*/ 167640 h 220980"/>
                    <a:gd name="connsiteX5" fmla="*/ 217935 w 341760"/>
                    <a:gd name="connsiteY5" fmla="*/ 28956 h 220980"/>
                    <a:gd name="connsiteX6" fmla="*/ 185931 w 341760"/>
                    <a:gd name="connsiteY6" fmla="*/ 195072 h 220980"/>
                    <a:gd name="connsiteX7" fmla="*/ 272418 w 341760"/>
                    <a:gd name="connsiteY7" fmla="*/ 67818 h 220980"/>
                    <a:gd name="connsiteX8" fmla="*/ 267084 w 341760"/>
                    <a:gd name="connsiteY8" fmla="*/ 174117 h 220980"/>
                    <a:gd name="connsiteX9" fmla="*/ 341760 w 341760"/>
                    <a:gd name="connsiteY9" fmla="*/ 220980 h 220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1760" h="220980">
                      <a:moveTo>
                        <a:pt x="3" y="0"/>
                      </a:moveTo>
                      <a:cubicBezTo>
                        <a:pt x="-568" y="698"/>
                        <a:pt x="71441" y="31433"/>
                        <a:pt x="78490" y="40386"/>
                      </a:cubicBezTo>
                      <a:cubicBezTo>
                        <a:pt x="85539" y="49340"/>
                        <a:pt x="42485" y="158179"/>
                        <a:pt x="67059" y="143256"/>
                      </a:cubicBezTo>
                      <a:cubicBezTo>
                        <a:pt x="82807" y="120142"/>
                        <a:pt x="158880" y="127"/>
                        <a:pt x="168786" y="4191"/>
                      </a:cubicBezTo>
                      <a:cubicBezTo>
                        <a:pt x="178692" y="8255"/>
                        <a:pt x="118304" y="163513"/>
                        <a:pt x="126495" y="167640"/>
                      </a:cubicBezTo>
                      <a:cubicBezTo>
                        <a:pt x="134686" y="171767"/>
                        <a:pt x="208029" y="24384"/>
                        <a:pt x="217935" y="28956"/>
                      </a:cubicBezTo>
                      <a:cubicBezTo>
                        <a:pt x="227841" y="33528"/>
                        <a:pt x="176851" y="188595"/>
                        <a:pt x="185931" y="195072"/>
                      </a:cubicBezTo>
                      <a:cubicBezTo>
                        <a:pt x="195012" y="201549"/>
                        <a:pt x="258893" y="71310"/>
                        <a:pt x="272418" y="67818"/>
                      </a:cubicBezTo>
                      <a:cubicBezTo>
                        <a:pt x="285943" y="64326"/>
                        <a:pt x="255527" y="148590"/>
                        <a:pt x="267084" y="174117"/>
                      </a:cubicBezTo>
                      <a:cubicBezTo>
                        <a:pt x="278641" y="199644"/>
                        <a:pt x="323282" y="210757"/>
                        <a:pt x="341760" y="220980"/>
                      </a:cubicBezTo>
                    </a:path>
                  </a:pathLst>
                </a:cu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6" name="Pie 493">
                  <a:extLst>
                    <a:ext uri="{FF2B5EF4-FFF2-40B4-BE49-F238E27FC236}">
                      <a16:creationId xmlns:a16="http://schemas.microsoft.com/office/drawing/2014/main" id="{2F9F0D87-84B1-4A46-95D2-3A33D60E7C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 flipH="1">
                  <a:off x="25853723" y="1342527"/>
                  <a:ext cx="1251081" cy="813324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93" name="Group 592">
                <a:extLst>
                  <a:ext uri="{FF2B5EF4-FFF2-40B4-BE49-F238E27FC236}">
                    <a16:creationId xmlns:a16="http://schemas.microsoft.com/office/drawing/2014/main" id="{19CDE515-F2C0-4459-A914-A4DC554B86C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1272384">
                <a:off x="14796930" y="1178537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94" name="Straight Connector 693">
                  <a:extLst>
                    <a:ext uri="{FF2B5EF4-FFF2-40B4-BE49-F238E27FC236}">
                      <a16:creationId xmlns:a16="http://schemas.microsoft.com/office/drawing/2014/main" id="{68B2B2DB-C300-4D74-882B-5C28EFC0DA77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95" name="Group 694">
                  <a:extLst>
                    <a:ext uri="{FF2B5EF4-FFF2-40B4-BE49-F238E27FC236}">
                      <a16:creationId xmlns:a16="http://schemas.microsoft.com/office/drawing/2014/main" id="{F234ACB8-6308-4CED-B1CB-C0DF5EACE6ED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96" name="Straight Connector 695">
                    <a:extLst>
                      <a:ext uri="{FF2B5EF4-FFF2-40B4-BE49-F238E27FC236}">
                        <a16:creationId xmlns:a16="http://schemas.microsoft.com/office/drawing/2014/main" id="{34CE260F-7FD0-4E2C-B5A7-D679A4C2B132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7" name="Straight Connector 696">
                    <a:extLst>
                      <a:ext uri="{FF2B5EF4-FFF2-40B4-BE49-F238E27FC236}">
                        <a16:creationId xmlns:a16="http://schemas.microsoft.com/office/drawing/2014/main" id="{AFEE7F40-4DDF-4279-B898-D605B6771AE0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8" name="Straight Connector 697">
                    <a:extLst>
                      <a:ext uri="{FF2B5EF4-FFF2-40B4-BE49-F238E27FC236}">
                        <a16:creationId xmlns:a16="http://schemas.microsoft.com/office/drawing/2014/main" id="{24EEAD67-4D79-4935-AE80-D7EE5BEEF43D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9" name="Straight Connector 698">
                    <a:extLst>
                      <a:ext uri="{FF2B5EF4-FFF2-40B4-BE49-F238E27FC236}">
                        <a16:creationId xmlns:a16="http://schemas.microsoft.com/office/drawing/2014/main" id="{0AB77C2D-0B88-4B2F-9887-7701E88B3F77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0" name="Straight Connector 699">
                    <a:extLst>
                      <a:ext uri="{FF2B5EF4-FFF2-40B4-BE49-F238E27FC236}">
                        <a16:creationId xmlns:a16="http://schemas.microsoft.com/office/drawing/2014/main" id="{01702367-16B4-416C-8BF0-280FC0D6CE38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1" name="Straight Connector 700">
                    <a:extLst>
                      <a:ext uri="{FF2B5EF4-FFF2-40B4-BE49-F238E27FC236}">
                        <a16:creationId xmlns:a16="http://schemas.microsoft.com/office/drawing/2014/main" id="{F93DA16D-3E26-49CA-B482-4CAAECA9B718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2" name="Straight Connector 701">
                    <a:extLst>
                      <a:ext uri="{FF2B5EF4-FFF2-40B4-BE49-F238E27FC236}">
                        <a16:creationId xmlns:a16="http://schemas.microsoft.com/office/drawing/2014/main" id="{F17CBA90-48E7-40F1-84F2-2212A5C46B14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3" name="Straight Connector 702">
                    <a:extLst>
                      <a:ext uri="{FF2B5EF4-FFF2-40B4-BE49-F238E27FC236}">
                        <a16:creationId xmlns:a16="http://schemas.microsoft.com/office/drawing/2014/main" id="{7B69797C-D0AC-4015-992D-74390E0BA832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4" name="Straight Connector 703">
                    <a:extLst>
                      <a:ext uri="{FF2B5EF4-FFF2-40B4-BE49-F238E27FC236}">
                        <a16:creationId xmlns:a16="http://schemas.microsoft.com/office/drawing/2014/main" id="{3FB8131E-EF2A-4963-9CBC-22E3A35A56B4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94" name="Group 593">
                <a:extLst>
                  <a:ext uri="{FF2B5EF4-FFF2-40B4-BE49-F238E27FC236}">
                    <a16:creationId xmlns:a16="http://schemas.microsoft.com/office/drawing/2014/main" id="{30562FD1-78AD-4013-9A5D-62E72066860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310333">
                <a:off x="14930280" y="892718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CF9EC0D8-2F0A-42DD-B8DA-E29662603631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4" name="Group 683">
                  <a:extLst>
                    <a:ext uri="{FF2B5EF4-FFF2-40B4-BE49-F238E27FC236}">
                      <a16:creationId xmlns:a16="http://schemas.microsoft.com/office/drawing/2014/main" id="{98A3697B-BC81-4861-B1B3-90070FD28DD3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85" name="Straight Connector 684">
                    <a:extLst>
                      <a:ext uri="{FF2B5EF4-FFF2-40B4-BE49-F238E27FC236}">
                        <a16:creationId xmlns:a16="http://schemas.microsoft.com/office/drawing/2014/main" id="{C2DF82EB-9B55-4FBE-806C-3578542F3ADF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6" name="Straight Connector 685">
                    <a:extLst>
                      <a:ext uri="{FF2B5EF4-FFF2-40B4-BE49-F238E27FC236}">
                        <a16:creationId xmlns:a16="http://schemas.microsoft.com/office/drawing/2014/main" id="{16628042-EBF4-46E9-804D-3E5BCC825EA2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7" name="Straight Connector 686">
                    <a:extLst>
                      <a:ext uri="{FF2B5EF4-FFF2-40B4-BE49-F238E27FC236}">
                        <a16:creationId xmlns:a16="http://schemas.microsoft.com/office/drawing/2014/main" id="{4ABFC61C-4CD6-4F23-8654-D7FADAC50D79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8" name="Straight Connector 687">
                    <a:extLst>
                      <a:ext uri="{FF2B5EF4-FFF2-40B4-BE49-F238E27FC236}">
                        <a16:creationId xmlns:a16="http://schemas.microsoft.com/office/drawing/2014/main" id="{247D0E1B-9060-4E08-9E37-33EA269DA4F4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9" name="Straight Connector 688">
                    <a:extLst>
                      <a:ext uri="{FF2B5EF4-FFF2-40B4-BE49-F238E27FC236}">
                        <a16:creationId xmlns:a16="http://schemas.microsoft.com/office/drawing/2014/main" id="{D626E93E-64D7-427B-BB0D-A9172479BFE7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0" name="Straight Connector 689">
                    <a:extLst>
                      <a:ext uri="{FF2B5EF4-FFF2-40B4-BE49-F238E27FC236}">
                        <a16:creationId xmlns:a16="http://schemas.microsoft.com/office/drawing/2014/main" id="{3B1C52CC-B9C8-4C6A-8592-34280EBAC30A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1" name="Straight Connector 690">
                    <a:extLst>
                      <a:ext uri="{FF2B5EF4-FFF2-40B4-BE49-F238E27FC236}">
                        <a16:creationId xmlns:a16="http://schemas.microsoft.com/office/drawing/2014/main" id="{7CEC5503-15A4-4654-A0F9-57B8AEA4DB93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2" name="Straight Connector 691">
                    <a:extLst>
                      <a:ext uri="{FF2B5EF4-FFF2-40B4-BE49-F238E27FC236}">
                        <a16:creationId xmlns:a16="http://schemas.microsoft.com/office/drawing/2014/main" id="{AB3591F7-A100-4E37-8E56-F0B6F58A338A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3" name="Straight Connector 692">
                    <a:extLst>
                      <a:ext uri="{FF2B5EF4-FFF2-40B4-BE49-F238E27FC236}">
                        <a16:creationId xmlns:a16="http://schemas.microsoft.com/office/drawing/2014/main" id="{227BAE46-ECBD-4029-98EC-2892B203051A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595" name="Group 594">
                <a:extLst>
                  <a:ext uri="{FF2B5EF4-FFF2-40B4-BE49-F238E27FC236}">
                    <a16:creationId xmlns:a16="http://schemas.microsoft.com/office/drawing/2014/main" id="{70F6E480-0C31-49C1-9213-FC2A713BF38A}"/>
                  </a:ext>
                </a:extLst>
              </p:cNvPr>
              <p:cNvGrpSpPr/>
              <p:nvPr/>
            </p:nvGrpSpPr>
            <p:grpSpPr>
              <a:xfrm rot="5400000">
                <a:off x="11864953" y="8393615"/>
                <a:ext cx="1699974" cy="2317571"/>
                <a:chOff x="36426747" y="1101372"/>
                <a:chExt cx="1699974" cy="2317571"/>
              </a:xfrm>
            </p:grpSpPr>
            <p:sp>
              <p:nvSpPr>
                <p:cNvPr id="679" name="Oval 678">
                  <a:extLst>
                    <a:ext uri="{FF2B5EF4-FFF2-40B4-BE49-F238E27FC236}">
                      <a16:creationId xmlns:a16="http://schemas.microsoft.com/office/drawing/2014/main" id="{37712B35-46AD-45EE-A32D-BAB36C1BD93F}"/>
                    </a:ext>
                  </a:extLst>
                </p:cNvPr>
                <p:cNvSpPr/>
                <p:nvPr/>
              </p:nvSpPr>
              <p:spPr>
                <a:xfrm>
                  <a:off x="36426747" y="2795641"/>
                  <a:ext cx="1042110" cy="10227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680" name="Rounded Rectangle 175">
                  <a:extLst>
                    <a:ext uri="{FF2B5EF4-FFF2-40B4-BE49-F238E27FC236}">
                      <a16:creationId xmlns:a16="http://schemas.microsoft.com/office/drawing/2014/main" id="{9DA0C2F5-E74F-4D9B-9407-CFF7340C62B3}"/>
                    </a:ext>
                  </a:extLst>
                </p:cNvPr>
                <p:cNvSpPr/>
                <p:nvPr/>
              </p:nvSpPr>
              <p:spPr>
                <a:xfrm>
                  <a:off x="36443937" y="1590513"/>
                  <a:ext cx="1042110" cy="102270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1" name="TextBox 680">
                      <a:extLst>
                        <a:ext uri="{FF2B5EF4-FFF2-40B4-BE49-F238E27FC236}">
                          <a16:creationId xmlns:a16="http://schemas.microsoft.com/office/drawing/2014/main" id="{2A571107-8CD8-40C1-8956-8B026B1417D7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246709" y="2538932"/>
                      <a:ext cx="123680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681" name="TextBox 680">
                      <a:extLst>
                        <a:ext uri="{FF2B5EF4-FFF2-40B4-BE49-F238E27FC236}">
                          <a16:creationId xmlns:a16="http://schemas.microsoft.com/office/drawing/2014/main" id="{2A571107-8CD8-40C1-8956-8B026B1417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246709" y="2538932"/>
                      <a:ext cx="1236803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2" name="TextBox 681">
                      <a:extLst>
                        <a:ext uri="{FF2B5EF4-FFF2-40B4-BE49-F238E27FC236}">
                          <a16:creationId xmlns:a16="http://schemas.microsoft.com/office/drawing/2014/main" id="{DCF6D5D4-7307-4016-B233-8A628F5B2F7D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397191" y="1307682"/>
                      <a:ext cx="9358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682" name="TextBox 681">
                      <a:extLst>
                        <a:ext uri="{FF2B5EF4-FFF2-40B4-BE49-F238E27FC236}">
                          <a16:creationId xmlns:a16="http://schemas.microsoft.com/office/drawing/2014/main" id="{DCF6D5D4-7307-4016-B233-8A628F5B2F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397191" y="1307682"/>
                      <a:ext cx="935840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9744008A-19F7-4C96-934E-E75D617CC0EB}"/>
                  </a:ext>
                </a:extLst>
              </p:cNvPr>
              <p:cNvGrpSpPr/>
              <p:nvPr/>
            </p:nvGrpSpPr>
            <p:grpSpPr>
              <a:xfrm>
                <a:off x="10302415" y="8932318"/>
                <a:ext cx="652922" cy="720022"/>
                <a:chOff x="36090295" y="3317783"/>
                <a:chExt cx="652922" cy="720022"/>
              </a:xfrm>
            </p:grpSpPr>
            <p:sp>
              <p:nvSpPr>
                <p:cNvPr id="677" name="Rectangle 676">
                  <a:extLst>
                    <a:ext uri="{FF2B5EF4-FFF2-40B4-BE49-F238E27FC236}">
                      <a16:creationId xmlns:a16="http://schemas.microsoft.com/office/drawing/2014/main" id="{F8FD4E21-BB60-49DC-B7DF-E31B12A6B617}"/>
                    </a:ext>
                  </a:extLst>
                </p:cNvPr>
                <p:cNvSpPr/>
                <p:nvPr/>
              </p:nvSpPr>
              <p:spPr>
                <a:xfrm rot="5400000" flipV="1">
                  <a:off x="36056044" y="3357924"/>
                  <a:ext cx="714132" cy="64563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87000"/>
                  </a:schemeClr>
                </a:solidFill>
                <a:ln>
                  <a:solidFill>
                    <a:schemeClr val="bg1">
                      <a:lumMod val="65000"/>
                      <a:alpha val="74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678" name="Straight Connector 677">
                  <a:extLst>
                    <a:ext uri="{FF2B5EF4-FFF2-40B4-BE49-F238E27FC236}">
                      <a16:creationId xmlns:a16="http://schemas.microsoft.com/office/drawing/2014/main" id="{333C1B08-F70B-406D-978D-CAFA796C1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111180" y="3317783"/>
                  <a:ext cx="632037" cy="705577"/>
                </a:xfrm>
                <a:prstGeom prst="line">
                  <a:avLst/>
                </a:prstGeom>
                <a:ln w="19050">
                  <a:solidFill>
                    <a:schemeClr val="bg1">
                      <a:lumMod val="65000"/>
                      <a:alpha val="9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7" name="Group 596">
                <a:extLst>
                  <a:ext uri="{FF2B5EF4-FFF2-40B4-BE49-F238E27FC236}">
                    <a16:creationId xmlns:a16="http://schemas.microsoft.com/office/drawing/2014/main" id="{6B74D075-0028-4D7B-A7AD-6EE15CB1156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310333">
                <a:off x="10216304" y="6579302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66" name="Straight Connector 665">
                  <a:extLst>
                    <a:ext uri="{FF2B5EF4-FFF2-40B4-BE49-F238E27FC236}">
                      <a16:creationId xmlns:a16="http://schemas.microsoft.com/office/drawing/2014/main" id="{1DD1115B-2BD0-47CC-BC2F-68DD7F11C0E7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05712DF1-BA37-458E-B9CE-801A1D28EB01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68" name="Straight Connector 667">
                    <a:extLst>
                      <a:ext uri="{FF2B5EF4-FFF2-40B4-BE49-F238E27FC236}">
                        <a16:creationId xmlns:a16="http://schemas.microsoft.com/office/drawing/2014/main" id="{860CDACC-0D13-42DF-A750-27AC5AD8675B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9" name="Straight Connector 668">
                    <a:extLst>
                      <a:ext uri="{FF2B5EF4-FFF2-40B4-BE49-F238E27FC236}">
                        <a16:creationId xmlns:a16="http://schemas.microsoft.com/office/drawing/2014/main" id="{390C3BD5-9F6E-40E0-8B23-BA251861ECDE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0" name="Straight Connector 669">
                    <a:extLst>
                      <a:ext uri="{FF2B5EF4-FFF2-40B4-BE49-F238E27FC236}">
                        <a16:creationId xmlns:a16="http://schemas.microsoft.com/office/drawing/2014/main" id="{EBA246F0-861D-4E94-9187-35FB93D16359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1" name="Straight Connector 670">
                    <a:extLst>
                      <a:ext uri="{FF2B5EF4-FFF2-40B4-BE49-F238E27FC236}">
                        <a16:creationId xmlns:a16="http://schemas.microsoft.com/office/drawing/2014/main" id="{A2F73BC7-11E5-4E59-A312-4D43B7D81609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2" name="Straight Connector 671">
                    <a:extLst>
                      <a:ext uri="{FF2B5EF4-FFF2-40B4-BE49-F238E27FC236}">
                        <a16:creationId xmlns:a16="http://schemas.microsoft.com/office/drawing/2014/main" id="{7F4F6EDE-AA39-4593-A5E0-909C4E0BF4A2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3" name="Straight Connector 672">
                    <a:extLst>
                      <a:ext uri="{FF2B5EF4-FFF2-40B4-BE49-F238E27FC236}">
                        <a16:creationId xmlns:a16="http://schemas.microsoft.com/office/drawing/2014/main" id="{869CE72D-C3B2-4581-B961-B40800090A8F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4" name="Straight Connector 673">
                    <a:extLst>
                      <a:ext uri="{FF2B5EF4-FFF2-40B4-BE49-F238E27FC236}">
                        <a16:creationId xmlns:a16="http://schemas.microsoft.com/office/drawing/2014/main" id="{31553016-4C99-40ED-961F-421E3EFBB128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Straight Connector 674">
                    <a:extLst>
                      <a:ext uri="{FF2B5EF4-FFF2-40B4-BE49-F238E27FC236}">
                        <a16:creationId xmlns:a16="http://schemas.microsoft.com/office/drawing/2014/main" id="{044EE2C6-E3A9-44A3-8C77-7201A3FDEB44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Straight Connector 675">
                    <a:extLst>
                      <a:ext uri="{FF2B5EF4-FFF2-40B4-BE49-F238E27FC236}">
                        <a16:creationId xmlns:a16="http://schemas.microsoft.com/office/drawing/2014/main" id="{CC329F8E-49D2-4E49-BCA8-FA680C21F8E4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1EF47E52-5A5A-4015-B7E4-279AF6786D1A}"/>
                  </a:ext>
                </a:extLst>
              </p:cNvPr>
              <p:cNvSpPr txBox="1"/>
              <p:nvPr/>
            </p:nvSpPr>
            <p:spPr>
              <a:xfrm>
                <a:off x="10054174" y="6040086"/>
                <a:ext cx="533400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500" b="1" dirty="0">
                    <a:solidFill>
                      <a:srgbClr val="FF0000"/>
                    </a:solidFill>
                  </a:rPr>
                  <a:t>*</a:t>
                </a:r>
              </a:p>
            </p:txBody>
          </p:sp>
          <p:grpSp>
            <p:nvGrpSpPr>
              <p:cNvPr id="599" name="Group 598">
                <a:extLst>
                  <a:ext uri="{FF2B5EF4-FFF2-40B4-BE49-F238E27FC236}">
                    <a16:creationId xmlns:a16="http://schemas.microsoft.com/office/drawing/2014/main" id="{36005208-D06E-4E28-A3C7-C5DBD4B35F1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676541">
                <a:off x="6522822" y="888908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55" name="Straight Connector 654">
                  <a:extLst>
                    <a:ext uri="{FF2B5EF4-FFF2-40B4-BE49-F238E27FC236}">
                      <a16:creationId xmlns:a16="http://schemas.microsoft.com/office/drawing/2014/main" id="{9DF96345-67CB-427F-8AF4-75F163BC4796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56" name="Group 655">
                  <a:extLst>
                    <a:ext uri="{FF2B5EF4-FFF2-40B4-BE49-F238E27FC236}">
                      <a16:creationId xmlns:a16="http://schemas.microsoft.com/office/drawing/2014/main" id="{D0C67072-6204-45F8-BCE6-00BF8B05253B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57" name="Straight Connector 656">
                    <a:extLst>
                      <a:ext uri="{FF2B5EF4-FFF2-40B4-BE49-F238E27FC236}">
                        <a16:creationId xmlns:a16="http://schemas.microsoft.com/office/drawing/2014/main" id="{607DA731-0E96-4B96-81FE-751A92D52FBB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8" name="Straight Connector 657">
                    <a:extLst>
                      <a:ext uri="{FF2B5EF4-FFF2-40B4-BE49-F238E27FC236}">
                        <a16:creationId xmlns:a16="http://schemas.microsoft.com/office/drawing/2014/main" id="{B6E8D6B8-68A3-4A13-8226-2C58836F6067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9" name="Straight Connector 658">
                    <a:extLst>
                      <a:ext uri="{FF2B5EF4-FFF2-40B4-BE49-F238E27FC236}">
                        <a16:creationId xmlns:a16="http://schemas.microsoft.com/office/drawing/2014/main" id="{274F3BE2-EBB6-4369-B813-21B2FB6C6621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0" name="Straight Connector 659">
                    <a:extLst>
                      <a:ext uri="{FF2B5EF4-FFF2-40B4-BE49-F238E27FC236}">
                        <a16:creationId xmlns:a16="http://schemas.microsoft.com/office/drawing/2014/main" id="{F9B96712-F1B7-4D1C-9AE9-A5A72178718A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1" name="Straight Connector 660">
                    <a:extLst>
                      <a:ext uri="{FF2B5EF4-FFF2-40B4-BE49-F238E27FC236}">
                        <a16:creationId xmlns:a16="http://schemas.microsoft.com/office/drawing/2014/main" id="{6BF14ABF-FE82-49D6-A584-614C41084711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2" name="Straight Connector 661">
                    <a:extLst>
                      <a:ext uri="{FF2B5EF4-FFF2-40B4-BE49-F238E27FC236}">
                        <a16:creationId xmlns:a16="http://schemas.microsoft.com/office/drawing/2014/main" id="{3FA6FC08-58BB-4523-B41B-E7DFAD9BEFD7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3" name="Straight Connector 662">
                    <a:extLst>
                      <a:ext uri="{FF2B5EF4-FFF2-40B4-BE49-F238E27FC236}">
                        <a16:creationId xmlns:a16="http://schemas.microsoft.com/office/drawing/2014/main" id="{DE488A32-1066-4968-9BA9-FFBB24EE9E01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4" name="Straight Connector 663">
                    <a:extLst>
                      <a:ext uri="{FF2B5EF4-FFF2-40B4-BE49-F238E27FC236}">
                        <a16:creationId xmlns:a16="http://schemas.microsoft.com/office/drawing/2014/main" id="{F748787B-E9FC-4974-9802-525CA83C2E3A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5" name="Straight Connector 664">
                    <a:extLst>
                      <a:ext uri="{FF2B5EF4-FFF2-40B4-BE49-F238E27FC236}">
                        <a16:creationId xmlns:a16="http://schemas.microsoft.com/office/drawing/2014/main" id="{1C709215-E517-4B97-9AE8-BAE6AD8511BA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00" name="Group 599">
                <a:extLst>
                  <a:ext uri="{FF2B5EF4-FFF2-40B4-BE49-F238E27FC236}">
                    <a16:creationId xmlns:a16="http://schemas.microsoft.com/office/drawing/2014/main" id="{45EBC3AF-40DE-47D8-8FA6-B794775990C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5764890">
                <a:off x="6627668" y="17219583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44" name="Straight Connector 643">
                  <a:extLst>
                    <a:ext uri="{FF2B5EF4-FFF2-40B4-BE49-F238E27FC236}">
                      <a16:creationId xmlns:a16="http://schemas.microsoft.com/office/drawing/2014/main" id="{8AA2FA62-ABF3-4015-91C3-3F5B707F0890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45" name="Group 644">
                  <a:extLst>
                    <a:ext uri="{FF2B5EF4-FFF2-40B4-BE49-F238E27FC236}">
                      <a16:creationId xmlns:a16="http://schemas.microsoft.com/office/drawing/2014/main" id="{57D71225-768C-4C66-9D46-6DD584C84E47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46" name="Straight Connector 645">
                    <a:extLst>
                      <a:ext uri="{FF2B5EF4-FFF2-40B4-BE49-F238E27FC236}">
                        <a16:creationId xmlns:a16="http://schemas.microsoft.com/office/drawing/2014/main" id="{36DE4AF8-B45F-42CB-85C3-5DCA5F858924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7" name="Straight Connector 646">
                    <a:extLst>
                      <a:ext uri="{FF2B5EF4-FFF2-40B4-BE49-F238E27FC236}">
                        <a16:creationId xmlns:a16="http://schemas.microsoft.com/office/drawing/2014/main" id="{E5B4E455-8989-4C60-9DC8-32C3E712905E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8" name="Straight Connector 647">
                    <a:extLst>
                      <a:ext uri="{FF2B5EF4-FFF2-40B4-BE49-F238E27FC236}">
                        <a16:creationId xmlns:a16="http://schemas.microsoft.com/office/drawing/2014/main" id="{727FA323-E20F-4500-B424-D10A9D68DF2A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9" name="Straight Connector 648">
                    <a:extLst>
                      <a:ext uri="{FF2B5EF4-FFF2-40B4-BE49-F238E27FC236}">
                        <a16:creationId xmlns:a16="http://schemas.microsoft.com/office/drawing/2014/main" id="{40223981-7A19-4834-B165-65C952481167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0" name="Straight Connector 649">
                    <a:extLst>
                      <a:ext uri="{FF2B5EF4-FFF2-40B4-BE49-F238E27FC236}">
                        <a16:creationId xmlns:a16="http://schemas.microsoft.com/office/drawing/2014/main" id="{FF2F7524-816F-46D6-ACCD-C167A6E629C3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1" name="Straight Connector 650">
                    <a:extLst>
                      <a:ext uri="{FF2B5EF4-FFF2-40B4-BE49-F238E27FC236}">
                        <a16:creationId xmlns:a16="http://schemas.microsoft.com/office/drawing/2014/main" id="{A1CA20BE-D821-4607-85A0-AFFC7FE8619F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2" name="Straight Connector 651">
                    <a:extLst>
                      <a:ext uri="{FF2B5EF4-FFF2-40B4-BE49-F238E27FC236}">
                        <a16:creationId xmlns:a16="http://schemas.microsoft.com/office/drawing/2014/main" id="{3F6FBBDD-FF66-4F76-8187-E8DCC75DB98D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3" name="Straight Connector 652">
                    <a:extLst>
                      <a:ext uri="{FF2B5EF4-FFF2-40B4-BE49-F238E27FC236}">
                        <a16:creationId xmlns:a16="http://schemas.microsoft.com/office/drawing/2014/main" id="{7867B69F-B7BF-45D1-A74D-5032A361B95C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4" name="Straight Connector 653">
                    <a:extLst>
                      <a:ext uri="{FF2B5EF4-FFF2-40B4-BE49-F238E27FC236}">
                        <a16:creationId xmlns:a16="http://schemas.microsoft.com/office/drawing/2014/main" id="{701EDACF-1136-4910-931E-78A0EE9DD73F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01" name="Group 600">
                <a:extLst>
                  <a:ext uri="{FF2B5EF4-FFF2-40B4-BE49-F238E27FC236}">
                    <a16:creationId xmlns:a16="http://schemas.microsoft.com/office/drawing/2014/main" id="{FF73D5A2-BC0F-4254-9C70-D5BB55C880BB}"/>
                  </a:ext>
                </a:extLst>
              </p:cNvPr>
              <p:cNvGrpSpPr/>
              <p:nvPr/>
            </p:nvGrpSpPr>
            <p:grpSpPr>
              <a:xfrm>
                <a:off x="3260220" y="16908834"/>
                <a:ext cx="1953291" cy="1251081"/>
                <a:chOff x="24932635" y="1123648"/>
                <a:chExt cx="1953291" cy="1251081"/>
              </a:xfrm>
            </p:grpSpPr>
            <p:sp>
              <p:nvSpPr>
                <p:cNvPr id="642" name="Freeform 494">
                  <a:extLst>
                    <a:ext uri="{FF2B5EF4-FFF2-40B4-BE49-F238E27FC236}">
                      <a16:creationId xmlns:a16="http://schemas.microsoft.com/office/drawing/2014/main" id="{4489F789-E6F8-42C3-87F2-9DA8A5B680FF}"/>
                    </a:ext>
                  </a:extLst>
                </p:cNvPr>
                <p:cNvSpPr/>
                <p:nvPr/>
              </p:nvSpPr>
              <p:spPr>
                <a:xfrm rot="1563107" flipH="1">
                  <a:off x="24932635" y="1477680"/>
                  <a:ext cx="1037219" cy="670661"/>
                </a:xfrm>
                <a:custGeom>
                  <a:avLst/>
                  <a:gdLst>
                    <a:gd name="connsiteX0" fmla="*/ 0 w 262484"/>
                    <a:gd name="connsiteY0" fmla="*/ 146546 h 209479"/>
                    <a:gd name="connsiteX1" fmla="*/ 79248 w 262484"/>
                    <a:gd name="connsiteY1" fmla="*/ 242 h 209479"/>
                    <a:gd name="connsiteX2" fmla="*/ 42672 w 262484"/>
                    <a:gd name="connsiteY2" fmla="*/ 177026 h 209479"/>
                    <a:gd name="connsiteX3" fmla="*/ 134112 w 262484"/>
                    <a:gd name="connsiteY3" fmla="*/ 30722 h 209479"/>
                    <a:gd name="connsiteX4" fmla="*/ 109728 w 262484"/>
                    <a:gd name="connsiteY4" fmla="*/ 189218 h 209479"/>
                    <a:gd name="connsiteX5" fmla="*/ 182880 w 262484"/>
                    <a:gd name="connsiteY5" fmla="*/ 73394 h 209479"/>
                    <a:gd name="connsiteX6" fmla="*/ 188976 w 262484"/>
                    <a:gd name="connsiteY6" fmla="*/ 158738 h 209479"/>
                    <a:gd name="connsiteX7" fmla="*/ 256032 w 262484"/>
                    <a:gd name="connsiteY7" fmla="*/ 207506 h 209479"/>
                    <a:gd name="connsiteX8" fmla="*/ 256032 w 262484"/>
                    <a:gd name="connsiteY8" fmla="*/ 195314 h 209479"/>
                    <a:gd name="connsiteX0" fmla="*/ 0 w 300512"/>
                    <a:gd name="connsiteY0" fmla="*/ 146546 h 223411"/>
                    <a:gd name="connsiteX1" fmla="*/ 79248 w 300512"/>
                    <a:gd name="connsiteY1" fmla="*/ 242 h 223411"/>
                    <a:gd name="connsiteX2" fmla="*/ 42672 w 300512"/>
                    <a:gd name="connsiteY2" fmla="*/ 177026 h 223411"/>
                    <a:gd name="connsiteX3" fmla="*/ 134112 w 300512"/>
                    <a:gd name="connsiteY3" fmla="*/ 30722 h 223411"/>
                    <a:gd name="connsiteX4" fmla="*/ 109728 w 300512"/>
                    <a:gd name="connsiteY4" fmla="*/ 189218 h 223411"/>
                    <a:gd name="connsiteX5" fmla="*/ 182880 w 300512"/>
                    <a:gd name="connsiteY5" fmla="*/ 73394 h 223411"/>
                    <a:gd name="connsiteX6" fmla="*/ 188976 w 300512"/>
                    <a:gd name="connsiteY6" fmla="*/ 158738 h 223411"/>
                    <a:gd name="connsiteX7" fmla="*/ 256032 w 300512"/>
                    <a:gd name="connsiteY7" fmla="*/ 207506 h 223411"/>
                    <a:gd name="connsiteX8" fmla="*/ 299847 w 300512"/>
                    <a:gd name="connsiteY8" fmla="*/ 220079 h 223411"/>
                    <a:gd name="connsiteX0" fmla="*/ 0 w 256032"/>
                    <a:gd name="connsiteY0" fmla="*/ 146546 h 207506"/>
                    <a:gd name="connsiteX1" fmla="*/ 79248 w 256032"/>
                    <a:gd name="connsiteY1" fmla="*/ 242 h 207506"/>
                    <a:gd name="connsiteX2" fmla="*/ 42672 w 256032"/>
                    <a:gd name="connsiteY2" fmla="*/ 177026 h 207506"/>
                    <a:gd name="connsiteX3" fmla="*/ 134112 w 256032"/>
                    <a:gd name="connsiteY3" fmla="*/ 30722 h 207506"/>
                    <a:gd name="connsiteX4" fmla="*/ 109728 w 256032"/>
                    <a:gd name="connsiteY4" fmla="*/ 189218 h 207506"/>
                    <a:gd name="connsiteX5" fmla="*/ 182880 w 256032"/>
                    <a:gd name="connsiteY5" fmla="*/ 73394 h 207506"/>
                    <a:gd name="connsiteX6" fmla="*/ 188976 w 256032"/>
                    <a:gd name="connsiteY6" fmla="*/ 158738 h 207506"/>
                    <a:gd name="connsiteX7" fmla="*/ 256032 w 256032"/>
                    <a:gd name="connsiteY7" fmla="*/ 207506 h 207506"/>
                    <a:gd name="connsiteX0" fmla="*/ 0 w 275082"/>
                    <a:gd name="connsiteY0" fmla="*/ 140948 h 207623"/>
                    <a:gd name="connsiteX1" fmla="*/ 98298 w 275082"/>
                    <a:gd name="connsiteY1" fmla="*/ 359 h 207623"/>
                    <a:gd name="connsiteX2" fmla="*/ 61722 w 275082"/>
                    <a:gd name="connsiteY2" fmla="*/ 177143 h 207623"/>
                    <a:gd name="connsiteX3" fmla="*/ 153162 w 275082"/>
                    <a:gd name="connsiteY3" fmla="*/ 30839 h 207623"/>
                    <a:gd name="connsiteX4" fmla="*/ 128778 w 275082"/>
                    <a:gd name="connsiteY4" fmla="*/ 189335 h 207623"/>
                    <a:gd name="connsiteX5" fmla="*/ 201930 w 275082"/>
                    <a:gd name="connsiteY5" fmla="*/ 73511 h 207623"/>
                    <a:gd name="connsiteX6" fmla="*/ 208026 w 275082"/>
                    <a:gd name="connsiteY6" fmla="*/ 158855 h 207623"/>
                    <a:gd name="connsiteX7" fmla="*/ 275082 w 275082"/>
                    <a:gd name="connsiteY7" fmla="*/ 207623 h 207623"/>
                    <a:gd name="connsiteX0" fmla="*/ 0 w 275082"/>
                    <a:gd name="connsiteY0" fmla="*/ 139053 h 205728"/>
                    <a:gd name="connsiteX1" fmla="*/ 94488 w 275082"/>
                    <a:gd name="connsiteY1" fmla="*/ 369 h 205728"/>
                    <a:gd name="connsiteX2" fmla="*/ 61722 w 275082"/>
                    <a:gd name="connsiteY2" fmla="*/ 175248 h 205728"/>
                    <a:gd name="connsiteX3" fmla="*/ 153162 w 275082"/>
                    <a:gd name="connsiteY3" fmla="*/ 28944 h 205728"/>
                    <a:gd name="connsiteX4" fmla="*/ 128778 w 275082"/>
                    <a:gd name="connsiteY4" fmla="*/ 187440 h 205728"/>
                    <a:gd name="connsiteX5" fmla="*/ 201930 w 275082"/>
                    <a:gd name="connsiteY5" fmla="*/ 71616 h 205728"/>
                    <a:gd name="connsiteX6" fmla="*/ 208026 w 275082"/>
                    <a:gd name="connsiteY6" fmla="*/ 156960 h 205728"/>
                    <a:gd name="connsiteX7" fmla="*/ 275082 w 275082"/>
                    <a:gd name="connsiteY7" fmla="*/ 205728 h 205728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53162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07823 w 275082"/>
                    <a:gd name="connsiteY4" fmla="*/ 19296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4310 w 275082"/>
                    <a:gd name="connsiteY5" fmla="*/ 5999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192786 w 275082"/>
                    <a:gd name="connsiteY6" fmla="*/ 170107 h 205540"/>
                    <a:gd name="connsiteX7" fmla="*/ 275082 w 275082"/>
                    <a:gd name="connsiteY7" fmla="*/ 205540 h 205540"/>
                    <a:gd name="connsiteX0" fmla="*/ 0 w 267462"/>
                    <a:gd name="connsiteY0" fmla="*/ 138865 h 216970"/>
                    <a:gd name="connsiteX1" fmla="*/ 94488 w 267462"/>
                    <a:gd name="connsiteY1" fmla="*/ 181 h 216970"/>
                    <a:gd name="connsiteX2" fmla="*/ 52197 w 267462"/>
                    <a:gd name="connsiteY2" fmla="*/ 163630 h 216970"/>
                    <a:gd name="connsiteX3" fmla="*/ 143637 w 267462"/>
                    <a:gd name="connsiteY3" fmla="*/ 24946 h 216970"/>
                    <a:gd name="connsiteX4" fmla="*/ 111633 w 267462"/>
                    <a:gd name="connsiteY4" fmla="*/ 191062 h 216970"/>
                    <a:gd name="connsiteX5" fmla="*/ 198120 w 267462"/>
                    <a:gd name="connsiteY5" fmla="*/ 63808 h 216970"/>
                    <a:gd name="connsiteX6" fmla="*/ 192786 w 267462"/>
                    <a:gd name="connsiteY6" fmla="*/ 170107 h 216970"/>
                    <a:gd name="connsiteX7" fmla="*/ 267462 w 267462"/>
                    <a:gd name="connsiteY7" fmla="*/ 216970 h 216970"/>
                    <a:gd name="connsiteX0" fmla="*/ 6703 w 274165"/>
                    <a:gd name="connsiteY0" fmla="*/ 138755 h 216860"/>
                    <a:gd name="connsiteX1" fmla="*/ 7084 w 274165"/>
                    <a:gd name="connsiteY1" fmla="*/ 142946 h 216860"/>
                    <a:gd name="connsiteX2" fmla="*/ 101191 w 274165"/>
                    <a:gd name="connsiteY2" fmla="*/ 71 h 216860"/>
                    <a:gd name="connsiteX3" fmla="*/ 58900 w 274165"/>
                    <a:gd name="connsiteY3" fmla="*/ 163520 h 216860"/>
                    <a:gd name="connsiteX4" fmla="*/ 150340 w 274165"/>
                    <a:gd name="connsiteY4" fmla="*/ 24836 h 216860"/>
                    <a:gd name="connsiteX5" fmla="*/ 118336 w 274165"/>
                    <a:gd name="connsiteY5" fmla="*/ 190952 h 216860"/>
                    <a:gd name="connsiteX6" fmla="*/ 204823 w 274165"/>
                    <a:gd name="connsiteY6" fmla="*/ 63698 h 216860"/>
                    <a:gd name="connsiteX7" fmla="*/ 199489 w 274165"/>
                    <a:gd name="connsiteY7" fmla="*/ 169997 h 216860"/>
                    <a:gd name="connsiteX8" fmla="*/ 274165 w 274165"/>
                    <a:gd name="connsiteY8" fmla="*/ 216860 h 216860"/>
                    <a:gd name="connsiteX0" fmla="*/ 6703 w 274165"/>
                    <a:gd name="connsiteY0" fmla="*/ 138865 h 216970"/>
                    <a:gd name="connsiteX1" fmla="*/ 7084 w 274165"/>
                    <a:gd name="connsiteY1" fmla="*/ 131626 h 216970"/>
                    <a:gd name="connsiteX2" fmla="*/ 101191 w 274165"/>
                    <a:gd name="connsiteY2" fmla="*/ 181 h 216970"/>
                    <a:gd name="connsiteX3" fmla="*/ 58900 w 274165"/>
                    <a:gd name="connsiteY3" fmla="*/ 163630 h 216970"/>
                    <a:gd name="connsiteX4" fmla="*/ 150340 w 274165"/>
                    <a:gd name="connsiteY4" fmla="*/ 24946 h 216970"/>
                    <a:gd name="connsiteX5" fmla="*/ 118336 w 274165"/>
                    <a:gd name="connsiteY5" fmla="*/ 191062 h 216970"/>
                    <a:gd name="connsiteX6" fmla="*/ 204823 w 274165"/>
                    <a:gd name="connsiteY6" fmla="*/ 63808 h 216970"/>
                    <a:gd name="connsiteX7" fmla="*/ 199489 w 274165"/>
                    <a:gd name="connsiteY7" fmla="*/ 170107 h 216970"/>
                    <a:gd name="connsiteX8" fmla="*/ 274165 w 274165"/>
                    <a:gd name="connsiteY8" fmla="*/ 216970 h 216970"/>
                    <a:gd name="connsiteX0" fmla="*/ 24483 w 291945"/>
                    <a:gd name="connsiteY0" fmla="*/ 138865 h 216970"/>
                    <a:gd name="connsiteX1" fmla="*/ 24864 w 291945"/>
                    <a:gd name="connsiteY1" fmla="*/ 131626 h 216970"/>
                    <a:gd name="connsiteX2" fmla="*/ 118971 w 291945"/>
                    <a:gd name="connsiteY2" fmla="*/ 181 h 216970"/>
                    <a:gd name="connsiteX3" fmla="*/ 76680 w 291945"/>
                    <a:gd name="connsiteY3" fmla="*/ 163630 h 216970"/>
                    <a:gd name="connsiteX4" fmla="*/ 168120 w 291945"/>
                    <a:gd name="connsiteY4" fmla="*/ 24946 h 216970"/>
                    <a:gd name="connsiteX5" fmla="*/ 136116 w 291945"/>
                    <a:gd name="connsiteY5" fmla="*/ 191062 h 216970"/>
                    <a:gd name="connsiteX6" fmla="*/ 222603 w 291945"/>
                    <a:gd name="connsiteY6" fmla="*/ 63808 h 216970"/>
                    <a:gd name="connsiteX7" fmla="*/ 217269 w 291945"/>
                    <a:gd name="connsiteY7" fmla="*/ 170107 h 216970"/>
                    <a:gd name="connsiteX8" fmla="*/ 291945 w 291945"/>
                    <a:gd name="connsiteY8" fmla="*/ 216970 h 216970"/>
                    <a:gd name="connsiteX0" fmla="*/ 11607 w 279069"/>
                    <a:gd name="connsiteY0" fmla="*/ 138890 h 216995"/>
                    <a:gd name="connsiteX1" fmla="*/ 31038 w 279069"/>
                    <a:gd name="connsiteY1" fmla="*/ 129746 h 216995"/>
                    <a:gd name="connsiteX2" fmla="*/ 106095 w 279069"/>
                    <a:gd name="connsiteY2" fmla="*/ 206 h 216995"/>
                    <a:gd name="connsiteX3" fmla="*/ 63804 w 279069"/>
                    <a:gd name="connsiteY3" fmla="*/ 163655 h 216995"/>
                    <a:gd name="connsiteX4" fmla="*/ 155244 w 279069"/>
                    <a:gd name="connsiteY4" fmla="*/ 24971 h 216995"/>
                    <a:gd name="connsiteX5" fmla="*/ 123240 w 279069"/>
                    <a:gd name="connsiteY5" fmla="*/ 191087 h 216995"/>
                    <a:gd name="connsiteX6" fmla="*/ 209727 w 279069"/>
                    <a:gd name="connsiteY6" fmla="*/ 63833 h 216995"/>
                    <a:gd name="connsiteX7" fmla="*/ 204393 w 279069"/>
                    <a:gd name="connsiteY7" fmla="*/ 170132 h 216995"/>
                    <a:gd name="connsiteX8" fmla="*/ 279069 w 279069"/>
                    <a:gd name="connsiteY8" fmla="*/ 216995 h 216995"/>
                    <a:gd name="connsiteX0" fmla="*/ 15180 w 276927"/>
                    <a:gd name="connsiteY0" fmla="*/ 51260 h 216995"/>
                    <a:gd name="connsiteX1" fmla="*/ 28896 w 276927"/>
                    <a:gd name="connsiteY1" fmla="*/ 129746 h 216995"/>
                    <a:gd name="connsiteX2" fmla="*/ 103953 w 276927"/>
                    <a:gd name="connsiteY2" fmla="*/ 206 h 216995"/>
                    <a:gd name="connsiteX3" fmla="*/ 61662 w 276927"/>
                    <a:gd name="connsiteY3" fmla="*/ 163655 h 216995"/>
                    <a:gd name="connsiteX4" fmla="*/ 153102 w 276927"/>
                    <a:gd name="connsiteY4" fmla="*/ 24971 h 216995"/>
                    <a:gd name="connsiteX5" fmla="*/ 121098 w 276927"/>
                    <a:gd name="connsiteY5" fmla="*/ 191087 h 216995"/>
                    <a:gd name="connsiteX6" fmla="*/ 207585 w 276927"/>
                    <a:gd name="connsiteY6" fmla="*/ 63833 h 216995"/>
                    <a:gd name="connsiteX7" fmla="*/ 202251 w 276927"/>
                    <a:gd name="connsiteY7" fmla="*/ 170132 h 216995"/>
                    <a:gd name="connsiteX8" fmla="*/ 276927 w 276927"/>
                    <a:gd name="connsiteY8" fmla="*/ 216995 h 216995"/>
                    <a:gd name="connsiteX0" fmla="*/ 34758 w 296505"/>
                    <a:gd name="connsiteY0" fmla="*/ 51155 h 216890"/>
                    <a:gd name="connsiteX1" fmla="*/ 21804 w 296505"/>
                    <a:gd name="connsiteY1" fmla="*/ 139166 h 216890"/>
                    <a:gd name="connsiteX2" fmla="*/ 123531 w 296505"/>
                    <a:gd name="connsiteY2" fmla="*/ 101 h 216890"/>
                    <a:gd name="connsiteX3" fmla="*/ 81240 w 296505"/>
                    <a:gd name="connsiteY3" fmla="*/ 163550 h 216890"/>
                    <a:gd name="connsiteX4" fmla="*/ 172680 w 296505"/>
                    <a:gd name="connsiteY4" fmla="*/ 24866 h 216890"/>
                    <a:gd name="connsiteX5" fmla="*/ 140676 w 296505"/>
                    <a:gd name="connsiteY5" fmla="*/ 190982 h 216890"/>
                    <a:gd name="connsiteX6" fmla="*/ 227163 w 296505"/>
                    <a:gd name="connsiteY6" fmla="*/ 63728 h 216890"/>
                    <a:gd name="connsiteX7" fmla="*/ 221829 w 296505"/>
                    <a:gd name="connsiteY7" fmla="*/ 170027 h 216890"/>
                    <a:gd name="connsiteX8" fmla="*/ 296505 w 296505"/>
                    <a:gd name="connsiteY8" fmla="*/ 216890 h 216890"/>
                    <a:gd name="connsiteX0" fmla="*/ 1399 w 318391"/>
                    <a:gd name="connsiteY0" fmla="*/ 85445 h 216890"/>
                    <a:gd name="connsiteX1" fmla="*/ 43690 w 318391"/>
                    <a:gd name="connsiteY1" fmla="*/ 139166 h 216890"/>
                    <a:gd name="connsiteX2" fmla="*/ 145417 w 318391"/>
                    <a:gd name="connsiteY2" fmla="*/ 101 h 216890"/>
                    <a:gd name="connsiteX3" fmla="*/ 103126 w 318391"/>
                    <a:gd name="connsiteY3" fmla="*/ 163550 h 216890"/>
                    <a:gd name="connsiteX4" fmla="*/ 194566 w 318391"/>
                    <a:gd name="connsiteY4" fmla="*/ 24866 h 216890"/>
                    <a:gd name="connsiteX5" fmla="*/ 162562 w 318391"/>
                    <a:gd name="connsiteY5" fmla="*/ 190982 h 216890"/>
                    <a:gd name="connsiteX6" fmla="*/ 249049 w 318391"/>
                    <a:gd name="connsiteY6" fmla="*/ 63728 h 216890"/>
                    <a:gd name="connsiteX7" fmla="*/ 243715 w 318391"/>
                    <a:gd name="connsiteY7" fmla="*/ 170027 h 216890"/>
                    <a:gd name="connsiteX8" fmla="*/ 318391 w 318391"/>
                    <a:gd name="connsiteY8" fmla="*/ 216890 h 216890"/>
                    <a:gd name="connsiteX0" fmla="*/ 5949 w 322941"/>
                    <a:gd name="connsiteY0" fmla="*/ 85445 h 216890"/>
                    <a:gd name="connsiteX1" fmla="*/ 2521 w 322941"/>
                    <a:gd name="connsiteY1" fmla="*/ 89636 h 216890"/>
                    <a:gd name="connsiteX2" fmla="*/ 48240 w 322941"/>
                    <a:gd name="connsiteY2" fmla="*/ 139166 h 216890"/>
                    <a:gd name="connsiteX3" fmla="*/ 149967 w 322941"/>
                    <a:gd name="connsiteY3" fmla="*/ 101 h 216890"/>
                    <a:gd name="connsiteX4" fmla="*/ 107676 w 322941"/>
                    <a:gd name="connsiteY4" fmla="*/ 163550 h 216890"/>
                    <a:gd name="connsiteX5" fmla="*/ 199116 w 322941"/>
                    <a:gd name="connsiteY5" fmla="*/ 24866 h 216890"/>
                    <a:gd name="connsiteX6" fmla="*/ 167112 w 322941"/>
                    <a:gd name="connsiteY6" fmla="*/ 190982 h 216890"/>
                    <a:gd name="connsiteX7" fmla="*/ 253599 w 322941"/>
                    <a:gd name="connsiteY7" fmla="*/ 63728 h 216890"/>
                    <a:gd name="connsiteX8" fmla="*/ 248265 w 322941"/>
                    <a:gd name="connsiteY8" fmla="*/ 170027 h 216890"/>
                    <a:gd name="connsiteX9" fmla="*/ 322941 w 322941"/>
                    <a:gd name="connsiteY9" fmla="*/ 216890 h 216890"/>
                    <a:gd name="connsiteX0" fmla="*/ 8 w 317000"/>
                    <a:gd name="connsiteY0" fmla="*/ 85445 h 216890"/>
                    <a:gd name="connsiteX1" fmla="*/ 40395 w 317000"/>
                    <a:gd name="connsiteY1" fmla="*/ 53441 h 216890"/>
                    <a:gd name="connsiteX2" fmla="*/ 42299 w 317000"/>
                    <a:gd name="connsiteY2" fmla="*/ 139166 h 216890"/>
                    <a:gd name="connsiteX3" fmla="*/ 144026 w 317000"/>
                    <a:gd name="connsiteY3" fmla="*/ 101 h 216890"/>
                    <a:gd name="connsiteX4" fmla="*/ 101735 w 317000"/>
                    <a:gd name="connsiteY4" fmla="*/ 163550 h 216890"/>
                    <a:gd name="connsiteX5" fmla="*/ 193175 w 317000"/>
                    <a:gd name="connsiteY5" fmla="*/ 24866 h 216890"/>
                    <a:gd name="connsiteX6" fmla="*/ 161171 w 317000"/>
                    <a:gd name="connsiteY6" fmla="*/ 190982 h 216890"/>
                    <a:gd name="connsiteX7" fmla="*/ 247658 w 317000"/>
                    <a:gd name="connsiteY7" fmla="*/ 63728 h 216890"/>
                    <a:gd name="connsiteX8" fmla="*/ 242324 w 317000"/>
                    <a:gd name="connsiteY8" fmla="*/ 170027 h 216890"/>
                    <a:gd name="connsiteX9" fmla="*/ 317000 w 317000"/>
                    <a:gd name="connsiteY9" fmla="*/ 216890 h 216890"/>
                    <a:gd name="connsiteX0" fmla="*/ 16284 w 333276"/>
                    <a:gd name="connsiteY0" fmla="*/ 85445 h 216890"/>
                    <a:gd name="connsiteX1" fmla="*/ 1426 w 333276"/>
                    <a:gd name="connsiteY1" fmla="*/ 110591 h 216890"/>
                    <a:gd name="connsiteX2" fmla="*/ 58575 w 333276"/>
                    <a:gd name="connsiteY2" fmla="*/ 139166 h 216890"/>
                    <a:gd name="connsiteX3" fmla="*/ 160302 w 333276"/>
                    <a:gd name="connsiteY3" fmla="*/ 101 h 216890"/>
                    <a:gd name="connsiteX4" fmla="*/ 118011 w 333276"/>
                    <a:gd name="connsiteY4" fmla="*/ 163550 h 216890"/>
                    <a:gd name="connsiteX5" fmla="*/ 209451 w 333276"/>
                    <a:gd name="connsiteY5" fmla="*/ 24866 h 216890"/>
                    <a:gd name="connsiteX6" fmla="*/ 177447 w 333276"/>
                    <a:gd name="connsiteY6" fmla="*/ 190982 h 216890"/>
                    <a:gd name="connsiteX7" fmla="*/ 263934 w 333276"/>
                    <a:gd name="connsiteY7" fmla="*/ 63728 h 216890"/>
                    <a:gd name="connsiteX8" fmla="*/ 258600 w 333276"/>
                    <a:gd name="connsiteY8" fmla="*/ 170027 h 216890"/>
                    <a:gd name="connsiteX9" fmla="*/ 333276 w 333276"/>
                    <a:gd name="connsiteY9" fmla="*/ 216890 h 216890"/>
                    <a:gd name="connsiteX0" fmla="*/ 66774 w 332331"/>
                    <a:gd name="connsiteY0" fmla="*/ 9245 h 216890"/>
                    <a:gd name="connsiteX1" fmla="*/ 481 w 332331"/>
                    <a:gd name="connsiteY1" fmla="*/ 110591 h 216890"/>
                    <a:gd name="connsiteX2" fmla="*/ 57630 w 332331"/>
                    <a:gd name="connsiteY2" fmla="*/ 139166 h 216890"/>
                    <a:gd name="connsiteX3" fmla="*/ 159357 w 332331"/>
                    <a:gd name="connsiteY3" fmla="*/ 101 h 216890"/>
                    <a:gd name="connsiteX4" fmla="*/ 117066 w 332331"/>
                    <a:gd name="connsiteY4" fmla="*/ 163550 h 216890"/>
                    <a:gd name="connsiteX5" fmla="*/ 208506 w 332331"/>
                    <a:gd name="connsiteY5" fmla="*/ 24866 h 216890"/>
                    <a:gd name="connsiteX6" fmla="*/ 176502 w 332331"/>
                    <a:gd name="connsiteY6" fmla="*/ 190982 h 216890"/>
                    <a:gd name="connsiteX7" fmla="*/ 262989 w 332331"/>
                    <a:gd name="connsiteY7" fmla="*/ 63728 h 216890"/>
                    <a:gd name="connsiteX8" fmla="*/ 257655 w 332331"/>
                    <a:gd name="connsiteY8" fmla="*/ 170027 h 216890"/>
                    <a:gd name="connsiteX9" fmla="*/ 332331 w 332331"/>
                    <a:gd name="connsiteY9" fmla="*/ 216890 h 216890"/>
                    <a:gd name="connsiteX0" fmla="*/ 19501 w 285058"/>
                    <a:gd name="connsiteY0" fmla="*/ 9245 h 216890"/>
                    <a:gd name="connsiteX1" fmla="*/ 6548 w 285058"/>
                    <a:gd name="connsiteY1" fmla="*/ 70586 h 216890"/>
                    <a:gd name="connsiteX2" fmla="*/ 10357 w 285058"/>
                    <a:gd name="connsiteY2" fmla="*/ 139166 h 216890"/>
                    <a:gd name="connsiteX3" fmla="*/ 112084 w 285058"/>
                    <a:gd name="connsiteY3" fmla="*/ 101 h 216890"/>
                    <a:gd name="connsiteX4" fmla="*/ 69793 w 285058"/>
                    <a:gd name="connsiteY4" fmla="*/ 163550 h 216890"/>
                    <a:gd name="connsiteX5" fmla="*/ 161233 w 285058"/>
                    <a:gd name="connsiteY5" fmla="*/ 24866 h 216890"/>
                    <a:gd name="connsiteX6" fmla="*/ 129229 w 285058"/>
                    <a:gd name="connsiteY6" fmla="*/ 190982 h 216890"/>
                    <a:gd name="connsiteX7" fmla="*/ 215716 w 285058"/>
                    <a:gd name="connsiteY7" fmla="*/ 63728 h 216890"/>
                    <a:gd name="connsiteX8" fmla="*/ 210382 w 285058"/>
                    <a:gd name="connsiteY8" fmla="*/ 170027 h 216890"/>
                    <a:gd name="connsiteX9" fmla="*/ 285058 w 285058"/>
                    <a:gd name="connsiteY9" fmla="*/ 216890 h 216890"/>
                    <a:gd name="connsiteX0" fmla="*/ 5 w 328427"/>
                    <a:gd name="connsiteY0" fmla="*/ 1625 h 216890"/>
                    <a:gd name="connsiteX1" fmla="*/ 49917 w 328427"/>
                    <a:gd name="connsiteY1" fmla="*/ 7058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5 w 328427"/>
                    <a:gd name="connsiteY0" fmla="*/ 1625 h 216890"/>
                    <a:gd name="connsiteX1" fmla="*/ 65157 w 328427"/>
                    <a:gd name="connsiteY1" fmla="*/ 5534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4 w 328426"/>
                    <a:gd name="connsiteY0" fmla="*/ 1625 h 216890"/>
                    <a:gd name="connsiteX1" fmla="*/ 82301 w 328426"/>
                    <a:gd name="connsiteY1" fmla="*/ 38201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4 w 328426"/>
                    <a:gd name="connsiteY0" fmla="*/ 1625 h 216890"/>
                    <a:gd name="connsiteX1" fmla="*/ 65156 w 328426"/>
                    <a:gd name="connsiteY1" fmla="*/ 36296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3 w 341760"/>
                    <a:gd name="connsiteY0" fmla="*/ 0 h 220980"/>
                    <a:gd name="connsiteX1" fmla="*/ 78490 w 341760"/>
                    <a:gd name="connsiteY1" fmla="*/ 40386 h 220980"/>
                    <a:gd name="connsiteX2" fmla="*/ 67059 w 341760"/>
                    <a:gd name="connsiteY2" fmla="*/ 143256 h 220980"/>
                    <a:gd name="connsiteX3" fmla="*/ 168786 w 341760"/>
                    <a:gd name="connsiteY3" fmla="*/ 4191 h 220980"/>
                    <a:gd name="connsiteX4" fmla="*/ 126495 w 341760"/>
                    <a:gd name="connsiteY4" fmla="*/ 167640 h 220980"/>
                    <a:gd name="connsiteX5" fmla="*/ 217935 w 341760"/>
                    <a:gd name="connsiteY5" fmla="*/ 28956 h 220980"/>
                    <a:gd name="connsiteX6" fmla="*/ 185931 w 341760"/>
                    <a:gd name="connsiteY6" fmla="*/ 195072 h 220980"/>
                    <a:gd name="connsiteX7" fmla="*/ 272418 w 341760"/>
                    <a:gd name="connsiteY7" fmla="*/ 67818 h 220980"/>
                    <a:gd name="connsiteX8" fmla="*/ 267084 w 341760"/>
                    <a:gd name="connsiteY8" fmla="*/ 174117 h 220980"/>
                    <a:gd name="connsiteX9" fmla="*/ 341760 w 341760"/>
                    <a:gd name="connsiteY9" fmla="*/ 220980 h 220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1760" h="220980">
                      <a:moveTo>
                        <a:pt x="3" y="0"/>
                      </a:moveTo>
                      <a:cubicBezTo>
                        <a:pt x="-568" y="698"/>
                        <a:pt x="71441" y="31433"/>
                        <a:pt x="78490" y="40386"/>
                      </a:cubicBezTo>
                      <a:cubicBezTo>
                        <a:pt x="85539" y="49340"/>
                        <a:pt x="42485" y="158179"/>
                        <a:pt x="67059" y="143256"/>
                      </a:cubicBezTo>
                      <a:cubicBezTo>
                        <a:pt x="82807" y="120142"/>
                        <a:pt x="158880" y="127"/>
                        <a:pt x="168786" y="4191"/>
                      </a:cubicBezTo>
                      <a:cubicBezTo>
                        <a:pt x="178692" y="8255"/>
                        <a:pt x="118304" y="163513"/>
                        <a:pt x="126495" y="167640"/>
                      </a:cubicBezTo>
                      <a:cubicBezTo>
                        <a:pt x="134686" y="171767"/>
                        <a:pt x="208029" y="24384"/>
                        <a:pt x="217935" y="28956"/>
                      </a:cubicBezTo>
                      <a:cubicBezTo>
                        <a:pt x="227841" y="33528"/>
                        <a:pt x="176851" y="188595"/>
                        <a:pt x="185931" y="195072"/>
                      </a:cubicBezTo>
                      <a:cubicBezTo>
                        <a:pt x="195012" y="201549"/>
                        <a:pt x="258893" y="71310"/>
                        <a:pt x="272418" y="67818"/>
                      </a:cubicBezTo>
                      <a:cubicBezTo>
                        <a:pt x="285943" y="64326"/>
                        <a:pt x="255527" y="148590"/>
                        <a:pt x="267084" y="174117"/>
                      </a:cubicBezTo>
                      <a:cubicBezTo>
                        <a:pt x="278641" y="199644"/>
                        <a:pt x="323282" y="210757"/>
                        <a:pt x="341760" y="220980"/>
                      </a:cubicBezTo>
                    </a:path>
                  </a:pathLst>
                </a:cu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3" name="Pie 493">
                  <a:extLst>
                    <a:ext uri="{FF2B5EF4-FFF2-40B4-BE49-F238E27FC236}">
                      <a16:creationId xmlns:a16="http://schemas.microsoft.com/office/drawing/2014/main" id="{BB8EF08D-CCEC-4535-AD49-1526BA4777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 flipH="1">
                  <a:off x="25853723" y="1342527"/>
                  <a:ext cx="1251081" cy="813324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02" name="Group 601">
                <a:extLst>
                  <a:ext uri="{FF2B5EF4-FFF2-40B4-BE49-F238E27FC236}">
                    <a16:creationId xmlns:a16="http://schemas.microsoft.com/office/drawing/2014/main" id="{BF301512-2403-430D-8D61-06A624EBF5B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6032429">
                <a:off x="4440492" y="12979696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31" name="Straight Connector 630">
                  <a:extLst>
                    <a:ext uri="{FF2B5EF4-FFF2-40B4-BE49-F238E27FC236}">
                      <a16:creationId xmlns:a16="http://schemas.microsoft.com/office/drawing/2014/main" id="{7A06B454-28AD-468B-B7BB-3A8FED6DFF78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32" name="Group 631">
                  <a:extLst>
                    <a:ext uri="{FF2B5EF4-FFF2-40B4-BE49-F238E27FC236}">
                      <a16:creationId xmlns:a16="http://schemas.microsoft.com/office/drawing/2014/main" id="{F372E319-018A-408E-830E-9F8A537143EB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33" name="Straight Connector 632">
                    <a:extLst>
                      <a:ext uri="{FF2B5EF4-FFF2-40B4-BE49-F238E27FC236}">
                        <a16:creationId xmlns:a16="http://schemas.microsoft.com/office/drawing/2014/main" id="{1A19D28E-9A35-43B4-9D66-8F9D07577868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4" name="Straight Connector 633">
                    <a:extLst>
                      <a:ext uri="{FF2B5EF4-FFF2-40B4-BE49-F238E27FC236}">
                        <a16:creationId xmlns:a16="http://schemas.microsoft.com/office/drawing/2014/main" id="{F35E1F48-3125-4AEA-A095-46A966432E01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5" name="Straight Connector 634">
                    <a:extLst>
                      <a:ext uri="{FF2B5EF4-FFF2-40B4-BE49-F238E27FC236}">
                        <a16:creationId xmlns:a16="http://schemas.microsoft.com/office/drawing/2014/main" id="{3EC1487A-54C8-410E-8B53-5544156146C2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6" name="Straight Connector 635">
                    <a:extLst>
                      <a:ext uri="{FF2B5EF4-FFF2-40B4-BE49-F238E27FC236}">
                        <a16:creationId xmlns:a16="http://schemas.microsoft.com/office/drawing/2014/main" id="{51B1CE76-7B69-4358-9688-B1282F84233D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7" name="Straight Connector 636">
                    <a:extLst>
                      <a:ext uri="{FF2B5EF4-FFF2-40B4-BE49-F238E27FC236}">
                        <a16:creationId xmlns:a16="http://schemas.microsoft.com/office/drawing/2014/main" id="{7CD14AB1-0114-4211-ADBF-CB9FD7E55EE0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8" name="Straight Connector 637">
                    <a:extLst>
                      <a:ext uri="{FF2B5EF4-FFF2-40B4-BE49-F238E27FC236}">
                        <a16:creationId xmlns:a16="http://schemas.microsoft.com/office/drawing/2014/main" id="{2E07C46A-E220-4766-9DB3-8EADD4792F88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9" name="Straight Connector 638">
                    <a:extLst>
                      <a:ext uri="{FF2B5EF4-FFF2-40B4-BE49-F238E27FC236}">
                        <a16:creationId xmlns:a16="http://schemas.microsoft.com/office/drawing/2014/main" id="{8D251680-2880-4C2C-A49A-01C57E90C4C7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0" name="Straight Connector 639">
                    <a:extLst>
                      <a:ext uri="{FF2B5EF4-FFF2-40B4-BE49-F238E27FC236}">
                        <a16:creationId xmlns:a16="http://schemas.microsoft.com/office/drawing/2014/main" id="{4EEBB0B5-A010-4454-95DD-14EF60690DA7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1" name="Straight Connector 640">
                    <a:extLst>
                      <a:ext uri="{FF2B5EF4-FFF2-40B4-BE49-F238E27FC236}">
                        <a16:creationId xmlns:a16="http://schemas.microsoft.com/office/drawing/2014/main" id="{87B398EB-ECED-4E0F-952E-1DEB2E1C1CB6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03" name="Group 602">
                <a:extLst>
                  <a:ext uri="{FF2B5EF4-FFF2-40B4-BE49-F238E27FC236}">
                    <a16:creationId xmlns:a16="http://schemas.microsoft.com/office/drawing/2014/main" id="{39BF13C2-7771-426F-89A5-165C3F4743E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676541">
                <a:off x="4291578" y="6571926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620" name="Straight Connector 619">
                  <a:extLst>
                    <a:ext uri="{FF2B5EF4-FFF2-40B4-BE49-F238E27FC236}">
                      <a16:creationId xmlns:a16="http://schemas.microsoft.com/office/drawing/2014/main" id="{AA544FBA-EC6A-40AC-A158-20BB99922AA7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21" name="Group 620">
                  <a:extLst>
                    <a:ext uri="{FF2B5EF4-FFF2-40B4-BE49-F238E27FC236}">
                      <a16:creationId xmlns:a16="http://schemas.microsoft.com/office/drawing/2014/main" id="{0F074D29-8B3F-4A45-BE58-89B789D0FF59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622" name="Straight Connector 621">
                    <a:extLst>
                      <a:ext uri="{FF2B5EF4-FFF2-40B4-BE49-F238E27FC236}">
                        <a16:creationId xmlns:a16="http://schemas.microsoft.com/office/drawing/2014/main" id="{6802AE53-39B7-493F-9B72-683A38F2EE12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3" name="Straight Connector 622">
                    <a:extLst>
                      <a:ext uri="{FF2B5EF4-FFF2-40B4-BE49-F238E27FC236}">
                        <a16:creationId xmlns:a16="http://schemas.microsoft.com/office/drawing/2014/main" id="{DD804211-C48F-485A-9E80-053ED2919730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4" name="Straight Connector 623">
                    <a:extLst>
                      <a:ext uri="{FF2B5EF4-FFF2-40B4-BE49-F238E27FC236}">
                        <a16:creationId xmlns:a16="http://schemas.microsoft.com/office/drawing/2014/main" id="{65D5D5CD-D88F-418B-8206-359AFE4C773F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5" name="Straight Connector 624">
                    <a:extLst>
                      <a:ext uri="{FF2B5EF4-FFF2-40B4-BE49-F238E27FC236}">
                        <a16:creationId xmlns:a16="http://schemas.microsoft.com/office/drawing/2014/main" id="{4106C687-DD7A-48DF-955B-6E820036FAC0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6" name="Straight Connector 625">
                    <a:extLst>
                      <a:ext uri="{FF2B5EF4-FFF2-40B4-BE49-F238E27FC236}">
                        <a16:creationId xmlns:a16="http://schemas.microsoft.com/office/drawing/2014/main" id="{28088E21-1B26-4759-BAC1-258C06B4A64C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7" name="Straight Connector 626">
                    <a:extLst>
                      <a:ext uri="{FF2B5EF4-FFF2-40B4-BE49-F238E27FC236}">
                        <a16:creationId xmlns:a16="http://schemas.microsoft.com/office/drawing/2014/main" id="{61B5F7C1-8391-466F-B3EE-EB07D34ACDE0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8" name="Straight Connector 627">
                    <a:extLst>
                      <a:ext uri="{FF2B5EF4-FFF2-40B4-BE49-F238E27FC236}">
                        <a16:creationId xmlns:a16="http://schemas.microsoft.com/office/drawing/2014/main" id="{13F027C7-A015-4275-8541-5A694F8EB03D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9" name="Straight Connector 628">
                    <a:extLst>
                      <a:ext uri="{FF2B5EF4-FFF2-40B4-BE49-F238E27FC236}">
                        <a16:creationId xmlns:a16="http://schemas.microsoft.com/office/drawing/2014/main" id="{7D9506D9-49D7-4AC7-A550-D3D5BC040105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0" name="Straight Connector 629">
                    <a:extLst>
                      <a:ext uri="{FF2B5EF4-FFF2-40B4-BE49-F238E27FC236}">
                        <a16:creationId xmlns:a16="http://schemas.microsoft.com/office/drawing/2014/main" id="{0B1C62F1-9971-4981-8565-55CC8E43CE91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A433F847-0E89-4684-A9C4-ACE6C2F7F072}"/>
                  </a:ext>
                </a:extLst>
              </p:cNvPr>
              <p:cNvGrpSpPr/>
              <p:nvPr/>
            </p:nvGrpSpPr>
            <p:grpSpPr>
              <a:xfrm rot="5400000">
                <a:off x="6342523" y="5855078"/>
                <a:ext cx="2130862" cy="3378391"/>
                <a:chOff x="36426747" y="1934414"/>
                <a:chExt cx="2130862" cy="3378391"/>
              </a:xfrm>
            </p:grpSpPr>
            <p:sp>
              <p:nvSpPr>
                <p:cNvPr id="616" name="Oval 615">
                  <a:extLst>
                    <a:ext uri="{FF2B5EF4-FFF2-40B4-BE49-F238E27FC236}">
                      <a16:creationId xmlns:a16="http://schemas.microsoft.com/office/drawing/2014/main" id="{5C508C35-DDE2-42B3-ADEA-3C2C68B56BAC}"/>
                    </a:ext>
                  </a:extLst>
                </p:cNvPr>
                <p:cNvSpPr/>
                <p:nvPr/>
              </p:nvSpPr>
              <p:spPr>
                <a:xfrm>
                  <a:off x="36426747" y="2795641"/>
                  <a:ext cx="1042110" cy="10227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617" name="Rounded Rectangle 175">
                  <a:extLst>
                    <a:ext uri="{FF2B5EF4-FFF2-40B4-BE49-F238E27FC236}">
                      <a16:creationId xmlns:a16="http://schemas.microsoft.com/office/drawing/2014/main" id="{E4D50068-6F8F-404F-BA23-7FBA4AEA0427}"/>
                    </a:ext>
                  </a:extLst>
                </p:cNvPr>
                <p:cNvSpPr/>
                <p:nvPr/>
              </p:nvSpPr>
              <p:spPr>
                <a:xfrm>
                  <a:off x="36443938" y="4866106"/>
                  <a:ext cx="1042110" cy="102270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8" name="TextBox 617">
                      <a:extLst>
                        <a:ext uri="{FF2B5EF4-FFF2-40B4-BE49-F238E27FC236}">
                          <a16:creationId xmlns:a16="http://schemas.microsoft.com/office/drawing/2014/main" id="{A37C38F2-94A1-422E-A3D1-B817DF61C601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214427" y="2323489"/>
                      <a:ext cx="1732258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he-IL" sz="2800" dirty="0"/>
                    </a:p>
                    <a:p>
                      <a:pPr algn="ctr"/>
                      <a:r>
                        <a:rPr lang="he-IL" sz="2800" dirty="0">
                          <a:solidFill>
                            <a:srgbClr val="FF0000"/>
                          </a:solidFill>
                        </a:rPr>
                        <a:t>לא מסומן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18" name="TextBox 617">
                      <a:extLst>
                        <a:ext uri="{FF2B5EF4-FFF2-40B4-BE49-F238E27FC236}">
                          <a16:creationId xmlns:a16="http://schemas.microsoft.com/office/drawing/2014/main" id="{A37C38F2-94A1-422E-A3D1-B817DF61C60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214427" y="2323489"/>
                      <a:ext cx="1732258" cy="95410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60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9" name="TextBox 618">
                      <a:extLst>
                        <a:ext uri="{FF2B5EF4-FFF2-40B4-BE49-F238E27FC236}">
                          <a16:creationId xmlns:a16="http://schemas.microsoft.com/office/drawing/2014/main" id="{B1AFC9D1-7F69-414D-9597-DD101ECC500A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397191" y="4583275"/>
                      <a:ext cx="9358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619" name="TextBox 618">
                      <a:extLst>
                        <a:ext uri="{FF2B5EF4-FFF2-40B4-BE49-F238E27FC236}">
                          <a16:creationId xmlns:a16="http://schemas.microsoft.com/office/drawing/2014/main" id="{B1AFC9D1-7F69-414D-9597-DD101ECC500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397191" y="4583275"/>
                      <a:ext cx="935840" cy="52322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05" name="Straight Connector 604">
                <a:extLst>
                  <a:ext uri="{FF2B5EF4-FFF2-40B4-BE49-F238E27FC236}">
                    <a16:creationId xmlns:a16="http://schemas.microsoft.com/office/drawing/2014/main" id="{CCBD05C4-C2CB-4F6E-AA2E-8AED3A1793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00498" y="12007833"/>
                <a:ext cx="644352" cy="0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Straight Connector 605">
                <a:extLst>
                  <a:ext uri="{FF2B5EF4-FFF2-40B4-BE49-F238E27FC236}">
                    <a16:creationId xmlns:a16="http://schemas.microsoft.com/office/drawing/2014/main" id="{4F465CE6-3056-4B96-A12A-2240CAD066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301321" y="9273103"/>
                <a:ext cx="26363" cy="274696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Straight Connector 606">
                <a:extLst>
                  <a:ext uri="{FF2B5EF4-FFF2-40B4-BE49-F238E27FC236}">
                    <a16:creationId xmlns:a16="http://schemas.microsoft.com/office/drawing/2014/main" id="{32036505-5658-4B0D-9341-2F64467AE8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12444" y="9249795"/>
                <a:ext cx="4709264" cy="40094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Straight Connector 607">
                <a:extLst>
                  <a:ext uri="{FF2B5EF4-FFF2-40B4-BE49-F238E27FC236}">
                    <a16:creationId xmlns:a16="http://schemas.microsoft.com/office/drawing/2014/main" id="{E80F4EB6-FE0D-42F2-BF86-27652791AC26}"/>
                  </a:ext>
                </a:extLst>
              </p:cNvPr>
              <p:cNvCxnSpPr>
                <a:cxnSpLocks/>
                <a:stCxn id="706" idx="0"/>
              </p:cNvCxnSpPr>
              <p:nvPr/>
            </p:nvCxnSpPr>
            <p:spPr>
              <a:xfrm flipH="1" flipV="1">
                <a:off x="10628784" y="9285106"/>
                <a:ext cx="78387" cy="8555439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Connector 608">
                <a:extLst>
                  <a:ext uri="{FF2B5EF4-FFF2-40B4-BE49-F238E27FC236}">
                    <a16:creationId xmlns:a16="http://schemas.microsoft.com/office/drawing/2014/main" id="{01BFA10F-7833-4F6B-BD63-28F194A160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82762" y="9273103"/>
                <a:ext cx="63493" cy="816384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Straight Connector 609">
                <a:extLst>
                  <a:ext uri="{FF2B5EF4-FFF2-40B4-BE49-F238E27FC236}">
                    <a16:creationId xmlns:a16="http://schemas.microsoft.com/office/drawing/2014/main" id="{85D460B9-143E-4534-8E30-2A7436D758D4}"/>
                  </a:ext>
                </a:extLst>
              </p:cNvPr>
              <p:cNvCxnSpPr>
                <a:cxnSpLocks/>
                <a:endCxn id="643" idx="0"/>
              </p:cNvCxnSpPr>
              <p:nvPr/>
            </p:nvCxnSpPr>
            <p:spPr>
              <a:xfrm flipH="1">
                <a:off x="5213511" y="17468014"/>
                <a:ext cx="1834072" cy="66361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10">
                <a:extLst>
                  <a:ext uri="{FF2B5EF4-FFF2-40B4-BE49-F238E27FC236}">
                    <a16:creationId xmlns:a16="http://schemas.microsoft.com/office/drawing/2014/main" id="{990CF7D4-5C38-4DE5-95FC-139FD6CADB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52900" y="13210473"/>
                <a:ext cx="734693" cy="0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Straight Connector 611">
                <a:extLst>
                  <a:ext uri="{FF2B5EF4-FFF2-40B4-BE49-F238E27FC236}">
                    <a16:creationId xmlns:a16="http://schemas.microsoft.com/office/drawing/2014/main" id="{941B43E7-A7A9-4BBB-875B-B08E52782E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13200" y="6924114"/>
                <a:ext cx="48880" cy="6284603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Straight Connector 612">
                <a:extLst>
                  <a:ext uri="{FF2B5EF4-FFF2-40B4-BE49-F238E27FC236}">
                    <a16:creationId xmlns:a16="http://schemas.microsoft.com/office/drawing/2014/main" id="{9FB859B9-29BA-40B4-A525-28B6EB21FC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824" y="6910127"/>
                <a:ext cx="5787750" cy="24983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13">
                <a:extLst>
                  <a:ext uri="{FF2B5EF4-FFF2-40B4-BE49-F238E27FC236}">
                    <a16:creationId xmlns:a16="http://schemas.microsoft.com/office/drawing/2014/main" id="{010DEA03-B6F1-4FB9-9C5D-5F56439491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88147" y="9277884"/>
                <a:ext cx="3644864" cy="1311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14">
                <a:extLst>
                  <a:ext uri="{FF2B5EF4-FFF2-40B4-BE49-F238E27FC236}">
                    <a16:creationId xmlns:a16="http://schemas.microsoft.com/office/drawing/2014/main" id="{BDB7F1D5-B00A-436E-A24B-846F7C8A82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04818" y="6893190"/>
                <a:ext cx="32555" cy="239780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5412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3E3E73EB-8214-46C4-B2A7-0DC8F4D5E406}"/>
              </a:ext>
            </a:extLst>
          </p:cNvPr>
          <p:cNvSpPr/>
          <p:nvPr/>
        </p:nvSpPr>
        <p:spPr>
          <a:xfrm>
            <a:off x="4152900" y="2028621"/>
            <a:ext cx="11791950" cy="17365165"/>
          </a:xfrm>
          <a:prstGeom prst="rect">
            <a:avLst/>
          </a:prstGeom>
          <a:solidFill>
            <a:schemeClr val="bg2">
              <a:lumMod val="75000"/>
              <a:alpha val="37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3E7ADFE9-12C1-4312-8323-2DE531C83D51}"/>
              </a:ext>
            </a:extLst>
          </p:cNvPr>
          <p:cNvGrpSpPr>
            <a:grpSpLocks noChangeAspect="1"/>
          </p:cNvGrpSpPr>
          <p:nvPr/>
        </p:nvGrpSpPr>
        <p:grpSpPr>
          <a:xfrm>
            <a:off x="10185141" y="8886209"/>
            <a:ext cx="893745" cy="808015"/>
            <a:chOff x="10449840" y="13716000"/>
            <a:chExt cx="415805" cy="375920"/>
          </a:xfrm>
        </p:grpSpPr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BA700D47-157A-4A99-881F-DB3A4D11D711}"/>
                </a:ext>
              </a:extLst>
            </p:cNvPr>
            <p:cNvSpPr/>
            <p:nvPr/>
          </p:nvSpPr>
          <p:spPr>
            <a:xfrm>
              <a:off x="10449840" y="13716000"/>
              <a:ext cx="415805" cy="3759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7000"/>
              </a:schemeClr>
            </a:solidFill>
            <a:ln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0CE6672B-C16B-4BA3-B6B2-EDB368E2A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1584" y="13717547"/>
              <a:ext cx="401955" cy="371475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45D7A65-5552-4D5C-B5F4-1721E711998A}"/>
              </a:ext>
            </a:extLst>
          </p:cNvPr>
          <p:cNvGrpSpPr/>
          <p:nvPr/>
        </p:nvGrpSpPr>
        <p:grpSpPr>
          <a:xfrm>
            <a:off x="15270023" y="2526772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0" name="Rounded Rectangle 539">
              <a:extLst>
                <a:ext uri="{FF2B5EF4-FFF2-40B4-BE49-F238E27FC236}">
                  <a16:creationId xmlns:a16="http://schemas.microsoft.com/office/drawing/2014/main" id="{E2617B71-99D9-4BCA-9C9E-FB93AD91402D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41" name="Rounded Rectangle 540">
              <a:extLst>
                <a:ext uri="{FF2B5EF4-FFF2-40B4-BE49-F238E27FC236}">
                  <a16:creationId xmlns:a16="http://schemas.microsoft.com/office/drawing/2014/main" id="{E2306724-BB5B-4DC1-A63A-DE13634E2CD2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42" name="Rounded Rectangle 541">
              <a:extLst>
                <a:ext uri="{FF2B5EF4-FFF2-40B4-BE49-F238E27FC236}">
                  <a16:creationId xmlns:a16="http://schemas.microsoft.com/office/drawing/2014/main" id="{1E107E7E-BE24-4BAE-918A-0055E0ABE6B2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F7043D4-24B3-4836-B860-A3B34BAE4ABD}"/>
              </a:ext>
            </a:extLst>
          </p:cNvPr>
          <p:cNvGrpSpPr/>
          <p:nvPr/>
        </p:nvGrpSpPr>
        <p:grpSpPr>
          <a:xfrm>
            <a:off x="4830623" y="2526772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4" name="Rounded Rectangle 539">
              <a:extLst>
                <a:ext uri="{FF2B5EF4-FFF2-40B4-BE49-F238E27FC236}">
                  <a16:creationId xmlns:a16="http://schemas.microsoft.com/office/drawing/2014/main" id="{E5C99A80-3D06-414C-A93F-C24E8840BDB9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45" name="Rounded Rectangle 540">
              <a:extLst>
                <a:ext uri="{FF2B5EF4-FFF2-40B4-BE49-F238E27FC236}">
                  <a16:creationId xmlns:a16="http://schemas.microsoft.com/office/drawing/2014/main" id="{2C275318-33ED-4767-BED0-239E295A4FED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46" name="Rounded Rectangle 541">
              <a:extLst>
                <a:ext uri="{FF2B5EF4-FFF2-40B4-BE49-F238E27FC236}">
                  <a16:creationId xmlns:a16="http://schemas.microsoft.com/office/drawing/2014/main" id="{57959AE0-9630-4A0E-B46A-9C58E027ED63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17BCF40-8900-4D9E-BC9D-FF7CA1907E52}"/>
              </a:ext>
            </a:extLst>
          </p:cNvPr>
          <p:cNvGrpSpPr/>
          <p:nvPr/>
        </p:nvGrpSpPr>
        <p:grpSpPr>
          <a:xfrm rot="16200000">
            <a:off x="9730526" y="18191649"/>
            <a:ext cx="1953291" cy="1251081"/>
            <a:chOff x="24932635" y="1123648"/>
            <a:chExt cx="1953291" cy="1251081"/>
          </a:xfrm>
        </p:grpSpPr>
        <p:sp>
          <p:nvSpPr>
            <p:cNvPr id="148" name="Freeform 494">
              <a:extLst>
                <a:ext uri="{FF2B5EF4-FFF2-40B4-BE49-F238E27FC236}">
                  <a16:creationId xmlns:a16="http://schemas.microsoft.com/office/drawing/2014/main" id="{A06B6E48-7127-4A37-9523-AC1AD7BA2ECD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Pie 493">
              <a:extLst>
                <a:ext uri="{FF2B5EF4-FFF2-40B4-BE49-F238E27FC236}">
                  <a16:creationId xmlns:a16="http://schemas.microsoft.com/office/drawing/2014/main" id="{E9C7E450-EE20-47BD-8D25-DB5EE4FA97B6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A252FB7-657A-4805-BF1F-DD1A383417E3}"/>
              </a:ext>
            </a:extLst>
          </p:cNvPr>
          <p:cNvGrpSpPr>
            <a:grpSpLocks noChangeAspect="1"/>
          </p:cNvGrpSpPr>
          <p:nvPr/>
        </p:nvGrpSpPr>
        <p:grpSpPr>
          <a:xfrm rot="11272384">
            <a:off x="14796930" y="11785370"/>
            <a:ext cx="946187" cy="604732"/>
            <a:chOff x="7039330" y="13503713"/>
            <a:chExt cx="1296295" cy="834079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C276DE2E-F499-484B-9774-1F37B5B0D3AE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F6342EC-0B62-4524-A97A-0B3CE5CF7CD5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9D4761DE-7132-4CA8-A6A5-8CEB95CC045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7338525C-458C-47C0-9D4F-B18C28384F7D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00EA245C-86CB-4CF5-B26D-A6D68D7B5161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D2D91119-82ED-4859-87A8-379F590D6DDB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7B24E8BE-745C-44B8-A474-D93789232B57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2FE681F-3A22-4CD5-88D6-D3229109BAF8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66A4AC6F-377F-492D-BCEB-C3D2F4916B8B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D454D364-0F6F-4A13-AD06-DCDD30239C60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A516549B-EDE5-4832-992C-89C7A79BB53C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7803B81-FF96-4F94-A454-0CFA5113D775}"/>
              </a:ext>
            </a:extLst>
          </p:cNvPr>
          <p:cNvGrpSpPr>
            <a:grpSpLocks noChangeAspect="1"/>
          </p:cNvGrpSpPr>
          <p:nvPr/>
        </p:nvGrpSpPr>
        <p:grpSpPr>
          <a:xfrm rot="310333">
            <a:off x="14930280" y="8927180"/>
            <a:ext cx="946187" cy="604732"/>
            <a:chOff x="7039330" y="13503713"/>
            <a:chExt cx="1296295" cy="834079"/>
          </a:xfrm>
        </p:grpSpPr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5C12EC0-C465-45CD-A1A9-CAA2682C61F8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CB502889-774C-4D5B-B2B9-C453E9FD54E6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A878A02-7F35-454B-AA1C-D7B535F4D1EB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3CD92055-9B98-449E-8231-4688CE95F789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65DB70A6-0C48-451A-8BB5-DFD43C4B515A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C2161973-F1A9-41AA-A2AD-90A40CEE5F3A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A5F04B5B-FCB5-4840-8F15-D249962D3EFE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CC6E78F5-C1EA-43AF-8D91-BE224A33E653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9F90A82-E532-4E88-8979-1B4C0053F469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9A91954C-D78F-4655-98C1-737A6EDDB893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42ED2296-6C60-45D7-A500-BF632391E378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DDDF3C3-D314-4E20-BC55-12EAC107994F}"/>
              </a:ext>
            </a:extLst>
          </p:cNvPr>
          <p:cNvGrpSpPr/>
          <p:nvPr/>
        </p:nvGrpSpPr>
        <p:grpSpPr>
          <a:xfrm rot="5400000">
            <a:off x="11864953" y="8393615"/>
            <a:ext cx="1699974" cy="2317571"/>
            <a:chOff x="36426747" y="1101372"/>
            <a:chExt cx="1699974" cy="2317571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0CBF20E-A1FC-47AB-B2A3-9E6DD0EE5803}"/>
                </a:ext>
              </a:extLst>
            </p:cNvPr>
            <p:cNvSpPr/>
            <p:nvPr/>
          </p:nvSpPr>
          <p:spPr>
            <a:xfrm>
              <a:off x="36426747" y="2795641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88" name="Rounded Rectangle 175">
              <a:extLst>
                <a:ext uri="{FF2B5EF4-FFF2-40B4-BE49-F238E27FC236}">
                  <a16:creationId xmlns:a16="http://schemas.microsoft.com/office/drawing/2014/main" id="{D3795415-1BD8-4CB7-8954-99CD9FAF9AD0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E0298D89-0C86-47C7-BB04-C98110D39A7D}"/>
                    </a:ext>
                  </a:extLst>
                </p:cNvPr>
                <p:cNvSpPr txBox="1"/>
                <p:nvPr/>
              </p:nvSpPr>
              <p:spPr>
                <a:xfrm rot="16200000">
                  <a:off x="37246709" y="2538932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E0298D89-0C86-47C7-BB04-C98110D39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7246709" y="2538932"/>
                  <a:ext cx="123680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71689B73-9178-415A-BACA-1A998A84FC99}"/>
                    </a:ext>
                  </a:extLst>
                </p:cNvPr>
                <p:cNvSpPr txBox="1"/>
                <p:nvPr/>
              </p:nvSpPr>
              <p:spPr>
                <a:xfrm rot="16200000">
                  <a:off x="37397191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71689B73-9178-415A-BACA-1A998A84F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7397191" y="1307682"/>
                  <a:ext cx="93584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9F15B47-D003-4FF2-A085-D1BD8AD43CE7}"/>
              </a:ext>
            </a:extLst>
          </p:cNvPr>
          <p:cNvGrpSpPr>
            <a:grpSpLocks noChangeAspect="1"/>
          </p:cNvGrpSpPr>
          <p:nvPr/>
        </p:nvGrpSpPr>
        <p:grpSpPr>
          <a:xfrm rot="310333">
            <a:off x="10216304" y="6579302"/>
            <a:ext cx="946187" cy="604732"/>
            <a:chOff x="7039330" y="13503713"/>
            <a:chExt cx="1296295" cy="834079"/>
          </a:xfrm>
        </p:grpSpPr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2B335DAF-4FE8-4852-A407-B8E7CB3594B7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098610D5-03D8-464F-A472-DA308D4F0E27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A4068B3B-D8A9-42BE-95D4-6E91AEC2B5C9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BBFC305-ABD9-41FD-88B3-0A1A56AC5FB2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BB65F1FC-A34C-4972-84FF-3829BB97AD1E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E44FD015-EDE8-4A71-A8E0-3A11C2EA7D52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66F81F0B-41C7-44FC-8744-EEA73ACB254A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3820B44C-CC42-4CA7-900B-A4A5B97C21FB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5E80D94C-3B35-4138-8DD2-1BCE2202EA6D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7AD52AE-AC43-4875-AF0C-668696071A65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DF98BA69-05F9-43DA-B870-9BFA33B07B05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7" name="TextBox 496">
            <a:extLst>
              <a:ext uri="{FF2B5EF4-FFF2-40B4-BE49-F238E27FC236}">
                <a16:creationId xmlns:a16="http://schemas.microsoft.com/office/drawing/2014/main" id="{E46981F4-038B-4A65-8FC7-838DDF601206}"/>
              </a:ext>
            </a:extLst>
          </p:cNvPr>
          <p:cNvSpPr txBox="1"/>
          <p:nvPr/>
        </p:nvSpPr>
        <p:spPr>
          <a:xfrm>
            <a:off x="10054174" y="6040086"/>
            <a:ext cx="5334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FF0000"/>
                </a:solidFill>
              </a:rPr>
              <a:t>*</a:t>
            </a:r>
          </a:p>
        </p:txBody>
      </p: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AB7EF7A-BA93-4C07-B3D1-E3B46C5CE55D}"/>
              </a:ext>
            </a:extLst>
          </p:cNvPr>
          <p:cNvGrpSpPr>
            <a:grpSpLocks noChangeAspect="1"/>
          </p:cNvGrpSpPr>
          <p:nvPr/>
        </p:nvGrpSpPr>
        <p:grpSpPr>
          <a:xfrm rot="16676541">
            <a:off x="6522822" y="8889080"/>
            <a:ext cx="946187" cy="604732"/>
            <a:chOff x="7039330" y="13503713"/>
            <a:chExt cx="1296295" cy="834079"/>
          </a:xfrm>
        </p:grpSpPr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C6AE080-CF8A-482A-9DD5-D64E6FEADA18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C4D1B72-BFCC-426D-8F2A-1C383262040E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C597C621-6EBB-47B3-A2D1-FAF482274134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1CBF7DB1-9A83-439E-AB8B-227A3B6AC43D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46FA220C-9475-4694-B74F-D3637C455504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75E51E4B-E4C2-41D0-B6F2-8B8AA87C46F0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42E78AEA-8908-4397-B068-8B7376832F8C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2F9B4D38-9575-47ED-9F73-F64D224DC9B0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F0D224FF-2765-4D56-B372-C864A86D4BB4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BE0BC79C-2357-4256-8619-830BD70F0912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17E12918-98FC-48FE-BA93-D9BDA84BBFD6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5940D557-7F2B-46CE-B766-F53164FD844D}"/>
              </a:ext>
            </a:extLst>
          </p:cNvPr>
          <p:cNvGrpSpPr>
            <a:grpSpLocks noChangeAspect="1"/>
          </p:cNvGrpSpPr>
          <p:nvPr/>
        </p:nvGrpSpPr>
        <p:grpSpPr>
          <a:xfrm rot="5764890">
            <a:off x="6627668" y="17219583"/>
            <a:ext cx="946187" cy="604732"/>
            <a:chOff x="7039330" y="13503713"/>
            <a:chExt cx="1296295" cy="834079"/>
          </a:xfrm>
        </p:grpSpPr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7462666-2F93-4C4D-82B0-1D6F6B9CB432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3826595-F6BD-4054-9EAB-310EEB0F1290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0E95AF6F-B747-493E-B92B-24FD927694D0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0E79C2C7-3574-4861-8409-8B5929CD31B1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09FB3FCA-208E-4F73-89F5-6DFCF93FC8B5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141B4054-08B3-41DB-B420-F567FA5E0497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5311D7C3-6C8E-432A-9448-D47938AE0DB3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7202ECF6-4EE8-44E3-87C7-23E49775A5F4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4D3F6514-B1E1-46CA-A5B0-C8E9A7164240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7EB84F68-969A-46ED-84E2-2515C44886C5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16F52E60-A876-4994-B368-E206D0FDA1D3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F90A1370-6D67-435F-8526-63D352979BF8}"/>
              </a:ext>
            </a:extLst>
          </p:cNvPr>
          <p:cNvGrpSpPr/>
          <p:nvPr/>
        </p:nvGrpSpPr>
        <p:grpSpPr>
          <a:xfrm>
            <a:off x="3260220" y="16908834"/>
            <a:ext cx="1953291" cy="1251081"/>
            <a:chOff x="24932635" y="1123648"/>
            <a:chExt cx="1953291" cy="1251081"/>
          </a:xfrm>
        </p:grpSpPr>
        <p:sp>
          <p:nvSpPr>
            <p:cNvPr id="233" name="Freeform 494">
              <a:extLst>
                <a:ext uri="{FF2B5EF4-FFF2-40B4-BE49-F238E27FC236}">
                  <a16:creationId xmlns:a16="http://schemas.microsoft.com/office/drawing/2014/main" id="{35B26495-AF3B-43B0-83BB-8705B404C113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Pie 493">
              <a:extLst>
                <a:ext uri="{FF2B5EF4-FFF2-40B4-BE49-F238E27FC236}">
                  <a16:creationId xmlns:a16="http://schemas.microsoft.com/office/drawing/2014/main" id="{39F288E5-C6DB-4681-99A7-ACC5A4F50D23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4B5558D-8155-4978-876D-8DD5F0877C69}"/>
              </a:ext>
            </a:extLst>
          </p:cNvPr>
          <p:cNvGrpSpPr>
            <a:grpSpLocks noChangeAspect="1"/>
          </p:cNvGrpSpPr>
          <p:nvPr/>
        </p:nvGrpSpPr>
        <p:grpSpPr>
          <a:xfrm rot="6032429">
            <a:off x="4440492" y="12979696"/>
            <a:ext cx="946187" cy="604732"/>
            <a:chOff x="7039330" y="13503713"/>
            <a:chExt cx="1296295" cy="834079"/>
          </a:xfrm>
        </p:grpSpPr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E1607336-D4BA-4AEE-92F1-F2ACFC84445A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32F5E739-8967-4CD3-979B-AE8020A36619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041A0419-D514-4FD2-BD75-944FC7B7C721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AB764E98-767E-4061-A693-B8C139AFFFD5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BF2A954-BD0F-4931-9662-AEC7B853640B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A032C56E-3BD2-47F4-A308-26136EDC3AAD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D1C7A4BD-5157-4C10-9EB5-15599F42BB63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5D74DBA0-35C7-4E4F-B756-8928647574F3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11101C26-919F-4A36-9380-7B25C48A11AC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F2C1B8D9-79AF-4B1A-808A-95ED2B2962E0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D47922D5-4970-428C-88AE-4BBBAAA01B35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E959A26-EB8F-4244-ADF6-A560B20B1609}"/>
              </a:ext>
            </a:extLst>
          </p:cNvPr>
          <p:cNvGrpSpPr>
            <a:grpSpLocks noChangeAspect="1"/>
          </p:cNvGrpSpPr>
          <p:nvPr/>
        </p:nvGrpSpPr>
        <p:grpSpPr>
          <a:xfrm rot="16676541">
            <a:off x="4291578" y="6571926"/>
            <a:ext cx="946187" cy="604732"/>
            <a:chOff x="7039330" y="13503713"/>
            <a:chExt cx="1296295" cy="834079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5D81B25F-ABB9-42E2-8D0C-37F7F3959FBB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CC7CCA5B-2696-45BD-87CA-C10F55714034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1C658C71-3B82-471B-852D-0BFB01733CEF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45B0A775-4F17-4EEA-BE6E-90C4FBF4E82D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B7C51E4D-90E7-45BF-A5E1-975EEB704F6B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B2847381-3843-4BD8-8702-1FBF71639836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9D63E6E2-72FD-47D4-AF4B-702F261F6642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CF139E86-E36E-4C98-A23E-A1C301C80064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45691F2C-EB85-4F11-9A82-29AC945F1C33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8D4CAA39-4A43-48E4-8946-281B31BDAD68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AB2EC833-88AD-4F31-A58F-20DE36DA483D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0661B96-D0E8-4DCB-ACD3-C24560F810AB}"/>
              </a:ext>
            </a:extLst>
          </p:cNvPr>
          <p:cNvGrpSpPr/>
          <p:nvPr/>
        </p:nvGrpSpPr>
        <p:grpSpPr>
          <a:xfrm rot="5400000">
            <a:off x="6342523" y="5855078"/>
            <a:ext cx="2130862" cy="3378391"/>
            <a:chOff x="36426747" y="1934414"/>
            <a:chExt cx="2130862" cy="3378391"/>
          </a:xfrm>
        </p:grpSpPr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78883DBD-ABCE-4811-93DE-DC169C3BF19C}"/>
                </a:ext>
              </a:extLst>
            </p:cNvPr>
            <p:cNvSpPr/>
            <p:nvPr/>
          </p:nvSpPr>
          <p:spPr>
            <a:xfrm>
              <a:off x="36426747" y="2795641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261" name="Rounded Rectangle 175">
              <a:extLst>
                <a:ext uri="{FF2B5EF4-FFF2-40B4-BE49-F238E27FC236}">
                  <a16:creationId xmlns:a16="http://schemas.microsoft.com/office/drawing/2014/main" id="{511E3EE4-C877-4065-910A-5DD94C0CF4CC}"/>
                </a:ext>
              </a:extLst>
            </p:cNvPr>
            <p:cNvSpPr/>
            <p:nvPr/>
          </p:nvSpPr>
          <p:spPr>
            <a:xfrm>
              <a:off x="36443938" y="4866106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9332D55D-A671-4F57-A7F8-D5FB2F8F0E86}"/>
                    </a:ext>
                  </a:extLst>
                </p:cNvPr>
                <p:cNvSpPr txBox="1"/>
                <p:nvPr/>
              </p:nvSpPr>
              <p:spPr>
                <a:xfrm rot="16200000">
                  <a:off x="37214427" y="2323489"/>
                  <a:ext cx="1732258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he-IL" sz="2800" dirty="0"/>
                </a:p>
                <a:p>
                  <a:pPr algn="ctr"/>
                  <a:r>
                    <a:rPr lang="he-IL" sz="2800" dirty="0">
                      <a:solidFill>
                        <a:srgbClr val="FF0000"/>
                      </a:solidFill>
                    </a:rPr>
                    <a:t>לא מסומן</a:t>
                  </a:r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9332D55D-A671-4F57-A7F8-D5FB2F8F0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7214427" y="2323489"/>
                  <a:ext cx="1732258" cy="954107"/>
                </a:xfrm>
                <a:prstGeom prst="rect">
                  <a:avLst/>
                </a:prstGeom>
                <a:blipFill>
                  <a:blip r:embed="rId6"/>
                  <a:stretch>
                    <a:fillRect b="-160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3ED2C529-3860-43C3-906B-91471B6FB82E}"/>
                    </a:ext>
                  </a:extLst>
                </p:cNvPr>
                <p:cNvSpPr txBox="1"/>
                <p:nvPr/>
              </p:nvSpPr>
              <p:spPr>
                <a:xfrm rot="16200000">
                  <a:off x="37397191" y="4583275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3ED2C529-3860-43C3-906B-91471B6FB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7397191" y="4583275"/>
                  <a:ext cx="93584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42A1FD9-C5B5-452A-8DED-4A5A3B4F1AA1}"/>
              </a:ext>
            </a:extLst>
          </p:cNvPr>
          <p:cNvCxnSpPr>
            <a:cxnSpLocks/>
          </p:cNvCxnSpPr>
          <p:nvPr/>
        </p:nvCxnSpPr>
        <p:spPr>
          <a:xfrm flipH="1">
            <a:off x="15300498" y="12007833"/>
            <a:ext cx="644352" cy="0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686BF766-1B7E-4CB0-A761-47BF7AB60E3C}"/>
              </a:ext>
            </a:extLst>
          </p:cNvPr>
          <p:cNvCxnSpPr>
            <a:cxnSpLocks/>
          </p:cNvCxnSpPr>
          <p:nvPr/>
        </p:nvCxnSpPr>
        <p:spPr>
          <a:xfrm flipH="1" flipV="1">
            <a:off x="15301321" y="9273103"/>
            <a:ext cx="26363" cy="2746968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2EA96A30-7567-4775-A948-B1BE8B883BEA}"/>
              </a:ext>
            </a:extLst>
          </p:cNvPr>
          <p:cNvCxnSpPr>
            <a:cxnSpLocks/>
          </p:cNvCxnSpPr>
          <p:nvPr/>
        </p:nvCxnSpPr>
        <p:spPr>
          <a:xfrm flipH="1">
            <a:off x="10612444" y="9249795"/>
            <a:ext cx="4709264" cy="40094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F5B362BB-BB2F-4AC1-93C9-DFE2D0B2B4C5}"/>
              </a:ext>
            </a:extLst>
          </p:cNvPr>
          <p:cNvCxnSpPr>
            <a:cxnSpLocks/>
            <a:stCxn id="149" idx="0"/>
          </p:cNvCxnSpPr>
          <p:nvPr/>
        </p:nvCxnSpPr>
        <p:spPr>
          <a:xfrm flipH="1" flipV="1">
            <a:off x="10628784" y="9285106"/>
            <a:ext cx="78387" cy="8555439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59DC4175-D7C4-4EF8-8A96-ED4092023D6C}"/>
              </a:ext>
            </a:extLst>
          </p:cNvPr>
          <p:cNvCxnSpPr>
            <a:cxnSpLocks/>
          </p:cNvCxnSpPr>
          <p:nvPr/>
        </p:nvCxnSpPr>
        <p:spPr>
          <a:xfrm flipH="1" flipV="1">
            <a:off x="6982762" y="9273103"/>
            <a:ext cx="63493" cy="8163846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88461729-D488-4E99-935F-D2D55162FBEC}"/>
              </a:ext>
            </a:extLst>
          </p:cNvPr>
          <p:cNvCxnSpPr>
            <a:cxnSpLocks/>
            <a:endCxn id="234" idx="0"/>
          </p:cNvCxnSpPr>
          <p:nvPr/>
        </p:nvCxnSpPr>
        <p:spPr>
          <a:xfrm flipH="1">
            <a:off x="5213511" y="17468014"/>
            <a:ext cx="1834072" cy="66361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6288AB30-5132-4327-8AA2-A0BDBD9B050C}"/>
              </a:ext>
            </a:extLst>
          </p:cNvPr>
          <p:cNvCxnSpPr>
            <a:cxnSpLocks/>
          </p:cNvCxnSpPr>
          <p:nvPr/>
        </p:nvCxnSpPr>
        <p:spPr>
          <a:xfrm flipH="1">
            <a:off x="4152900" y="13210473"/>
            <a:ext cx="734693" cy="0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904517DF-D970-49BF-B06C-64A3FF4E0B3B}"/>
              </a:ext>
            </a:extLst>
          </p:cNvPr>
          <p:cNvCxnSpPr>
            <a:cxnSpLocks/>
          </p:cNvCxnSpPr>
          <p:nvPr/>
        </p:nvCxnSpPr>
        <p:spPr>
          <a:xfrm flipH="1" flipV="1">
            <a:off x="4813200" y="6924114"/>
            <a:ext cx="48880" cy="6284603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265E6919-386B-4680-9792-47961FEABF30}"/>
              </a:ext>
            </a:extLst>
          </p:cNvPr>
          <p:cNvCxnSpPr>
            <a:cxnSpLocks/>
          </p:cNvCxnSpPr>
          <p:nvPr/>
        </p:nvCxnSpPr>
        <p:spPr>
          <a:xfrm flipH="1">
            <a:off x="4799824" y="6910127"/>
            <a:ext cx="5787750" cy="24983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A94CEE0F-47C4-4B6F-8A78-B9C3A5ED8778}"/>
              </a:ext>
            </a:extLst>
          </p:cNvPr>
          <p:cNvCxnSpPr>
            <a:cxnSpLocks/>
          </p:cNvCxnSpPr>
          <p:nvPr/>
        </p:nvCxnSpPr>
        <p:spPr>
          <a:xfrm flipH="1" flipV="1">
            <a:off x="6988147" y="9277884"/>
            <a:ext cx="3644864" cy="13112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87F048B8-D1DA-4706-AD46-4AEFAF2667D2}"/>
              </a:ext>
            </a:extLst>
          </p:cNvPr>
          <p:cNvCxnSpPr>
            <a:cxnSpLocks/>
          </p:cNvCxnSpPr>
          <p:nvPr/>
        </p:nvCxnSpPr>
        <p:spPr>
          <a:xfrm flipH="1" flipV="1">
            <a:off x="10604818" y="6893190"/>
            <a:ext cx="32555" cy="2397806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1495BC45-1F06-4155-B4B7-0C52948C9328}"/>
              </a:ext>
            </a:extLst>
          </p:cNvPr>
          <p:cNvSpPr txBox="1"/>
          <p:nvPr/>
        </p:nvSpPr>
        <p:spPr>
          <a:xfrm>
            <a:off x="4272835" y="745548"/>
            <a:ext cx="1128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Mixer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709DCF-F35B-44E8-9BC7-3375D0BE8801}"/>
              </a:ext>
            </a:extLst>
          </p:cNvPr>
          <p:cNvGrpSpPr/>
          <p:nvPr/>
        </p:nvGrpSpPr>
        <p:grpSpPr>
          <a:xfrm>
            <a:off x="20559827" y="1643520"/>
            <a:ext cx="2173135" cy="1047492"/>
            <a:chOff x="36426745" y="1307682"/>
            <a:chExt cx="2173135" cy="10474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F479EC-3649-4B0B-9925-A825D5EF6BCB}"/>
                </a:ext>
              </a:extLst>
            </p:cNvPr>
            <p:cNvSpPr/>
            <p:nvPr/>
          </p:nvSpPr>
          <p:spPr>
            <a:xfrm>
              <a:off x="36426745" y="2088664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" name="Rounded Rectangle 175">
              <a:extLst>
                <a:ext uri="{FF2B5EF4-FFF2-40B4-BE49-F238E27FC236}">
                  <a16:creationId xmlns:a16="http://schemas.microsoft.com/office/drawing/2014/main" id="{05CBC564-01D5-4D35-B008-67E840DC1DCF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425EE2-AD91-4F3B-9586-5B73CC219086}"/>
                    </a:ext>
                  </a:extLst>
                </p:cNvPr>
                <p:cNvSpPr txBox="1"/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BD999F8-B9BE-3FC2-03A7-1DF59FA46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9AC04E-E034-47E3-BB64-94B66044C4C8}"/>
                    </a:ext>
                  </a:extLst>
                </p:cNvPr>
                <p:cNvSpPr txBox="1"/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7DD1F3B-8FD5-58DC-B552-AADFFB2A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5D6BE35-FF5C-4BE0-93FB-48D45DB29CCD}"/>
              </a:ext>
            </a:extLst>
          </p:cNvPr>
          <p:cNvSpPr txBox="1"/>
          <p:nvPr/>
        </p:nvSpPr>
        <p:spPr>
          <a:xfrm>
            <a:off x="21951193" y="3013146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Beam dump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F484E-E1B6-41C1-97B4-0A78A01A2CF1}"/>
              </a:ext>
            </a:extLst>
          </p:cNvPr>
          <p:cNvSpPr txBox="1"/>
          <p:nvPr/>
        </p:nvSpPr>
        <p:spPr>
          <a:xfrm>
            <a:off x="22083200" y="420467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PBS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4511E1-5049-40FB-B3BF-89CA0BE7BFC8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540006" y="6667838"/>
            <a:ext cx="946187" cy="604732"/>
            <a:chOff x="7039330" y="13503713"/>
            <a:chExt cx="1296295" cy="83407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982310-E83C-47F5-A3B3-F5937B6776D0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F44B7F-5C5C-4453-A45D-205277E875DD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95052B5-090E-475D-BB83-5EA8D7EA9B2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D76EA00-CA5E-48EB-A093-3B49CAD757EC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8D94E38-7490-48D2-AE1E-7DDC93098D7F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79C85A-A622-4CC5-AF32-703FCA7ADFC0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6C63413-70FF-4107-B2BD-DF163ABE03A7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092FD62-472B-4F8F-B0CF-326A9FF3D862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6F70F7C-BE53-4347-B518-D842917BCDBC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1E92BAE-5153-4F42-BD9D-C56074E972B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2E310F-A1D2-484B-ADE6-D6A98D2A423D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B63985-903A-4E09-9BCB-2A5EE9F87736}"/>
              </a:ext>
            </a:extLst>
          </p:cNvPr>
          <p:cNvSpPr txBox="1"/>
          <p:nvPr/>
        </p:nvSpPr>
        <p:spPr>
          <a:xfrm>
            <a:off x="21793640" y="665218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0.5/1</a:t>
            </a:r>
            <a:r>
              <a:rPr lang="en-US" sz="2800" dirty="0"/>
              <a:t>inch Mirror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99C1A5-E207-498A-B1B1-5442784B3A16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189052" y="7923590"/>
            <a:ext cx="1630731" cy="1042241"/>
            <a:chOff x="7039330" y="13503713"/>
            <a:chExt cx="1296295" cy="83407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2FA566-8EED-4048-A06E-C5A5065644CA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89C574-EA72-4CD1-A9AC-A623A8672E17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6ADFA96-0D14-4C2A-82A2-28614DC7FFF2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DC2C32-AB9F-4F6D-B644-8DE659EC6310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E171AC-1521-4AF9-B7EF-753D2838ABAD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76ACE28-4892-49B5-B505-77618C9AE19C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010B6B-F4A6-4950-B92A-009809BFDE55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9636F01-DE7A-49EE-AD98-26446A6B1C66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1F57233-98F5-479F-9435-557E51394528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9E42317-AA42-4C15-88DC-40C424D3213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8DD850F-EB3B-4FB6-BB70-B2CAEA2142EF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359290-4A44-40EF-9474-8178C235D03F}"/>
              </a:ext>
            </a:extLst>
          </p:cNvPr>
          <p:cNvSpPr txBox="1"/>
          <p:nvPr/>
        </p:nvSpPr>
        <p:spPr>
          <a:xfrm>
            <a:off x="21827930" y="776851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</a:t>
            </a:r>
            <a:r>
              <a:rPr lang="en-US" sz="2800" dirty="0"/>
              <a:t>2 inch Mirror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A2E88-B19F-4A5D-9764-257F78B4288C}"/>
              </a:ext>
            </a:extLst>
          </p:cNvPr>
          <p:cNvSpPr txBox="1"/>
          <p:nvPr/>
        </p:nvSpPr>
        <p:spPr>
          <a:xfrm>
            <a:off x="22616600" y="519781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9FC36C-2BE1-4CD7-883A-6A383B803FBF}"/>
              </a:ext>
            </a:extLst>
          </p:cNvPr>
          <p:cNvGrpSpPr>
            <a:grpSpLocks noChangeAspect="1"/>
          </p:cNvGrpSpPr>
          <p:nvPr/>
        </p:nvGrpSpPr>
        <p:grpSpPr>
          <a:xfrm>
            <a:off x="20691426" y="5127614"/>
            <a:ext cx="893745" cy="808015"/>
            <a:chOff x="10449840" y="13716000"/>
            <a:chExt cx="415805" cy="3759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07D29F-66FA-47E5-865F-5A7627C5BB2C}"/>
                </a:ext>
              </a:extLst>
            </p:cNvPr>
            <p:cNvSpPr/>
            <p:nvPr/>
          </p:nvSpPr>
          <p:spPr>
            <a:xfrm>
              <a:off x="10449840" y="13716000"/>
              <a:ext cx="415805" cy="3759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7000"/>
              </a:schemeClr>
            </a:solidFill>
            <a:ln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1B4672C-1847-49E0-A6D1-BCB93C2B5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1584" y="13717547"/>
              <a:ext cx="401955" cy="371475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AF93460-0C3F-4326-8893-4131BF6D8EF3}"/>
              </a:ext>
            </a:extLst>
          </p:cNvPr>
          <p:cNvSpPr/>
          <p:nvPr/>
        </p:nvSpPr>
        <p:spPr>
          <a:xfrm>
            <a:off x="20842365" y="9623414"/>
            <a:ext cx="243840" cy="1173480"/>
          </a:xfrm>
          <a:prstGeom prst="roundRect">
            <a:avLst/>
          </a:prstGeom>
          <a:solidFill>
            <a:srgbClr val="371B9D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B7926-AF94-4CFE-B39A-1F1258C7CC9E}"/>
              </a:ext>
            </a:extLst>
          </p:cNvPr>
          <p:cNvSpPr txBox="1"/>
          <p:nvPr/>
        </p:nvSpPr>
        <p:spPr>
          <a:xfrm>
            <a:off x="21874592" y="9879167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Filter for 795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B3D134-CDE4-4336-9469-EE76C30A2AF6}"/>
              </a:ext>
            </a:extLst>
          </p:cNvPr>
          <p:cNvGrpSpPr/>
          <p:nvPr/>
        </p:nvGrpSpPr>
        <p:grpSpPr>
          <a:xfrm>
            <a:off x="20696916" y="3019128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" name="Rounded Rectangle 539">
              <a:extLst>
                <a:ext uri="{FF2B5EF4-FFF2-40B4-BE49-F238E27FC236}">
                  <a16:creationId xmlns:a16="http://schemas.microsoft.com/office/drawing/2014/main" id="{9CDD6E34-2E3B-4A8A-941F-08128BE8B4FD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6" name="Rounded Rectangle 540">
              <a:extLst>
                <a:ext uri="{FF2B5EF4-FFF2-40B4-BE49-F238E27FC236}">
                  <a16:creationId xmlns:a16="http://schemas.microsoft.com/office/drawing/2014/main" id="{5BCA7915-CFEE-43D1-8929-472687EF63F9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7" name="Rounded Rectangle 541">
              <a:extLst>
                <a:ext uri="{FF2B5EF4-FFF2-40B4-BE49-F238E27FC236}">
                  <a16:creationId xmlns:a16="http://schemas.microsoft.com/office/drawing/2014/main" id="{21E50B2E-4593-4C1E-A110-EFA550C25F68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5872CAC-20BA-4DA8-9A49-5ABA40C85803}"/>
              </a:ext>
            </a:extLst>
          </p:cNvPr>
          <p:cNvSpPr txBox="1"/>
          <p:nvPr/>
        </p:nvSpPr>
        <p:spPr>
          <a:xfrm>
            <a:off x="21783152" y="129367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Lens</a:t>
            </a:r>
          </a:p>
        </p:txBody>
      </p:sp>
      <p:sp>
        <p:nvSpPr>
          <p:cNvPr id="49" name="Chord 48">
            <a:extLst>
              <a:ext uri="{FF2B5EF4-FFF2-40B4-BE49-F238E27FC236}">
                <a16:creationId xmlns:a16="http://schemas.microsoft.com/office/drawing/2014/main" id="{9BE23323-7187-42A7-B2A7-831521864674}"/>
              </a:ext>
            </a:extLst>
          </p:cNvPr>
          <p:cNvSpPr>
            <a:spLocks noChangeAspect="1"/>
          </p:cNvSpPr>
          <p:nvPr/>
        </p:nvSpPr>
        <p:spPr>
          <a:xfrm rot="18954449">
            <a:off x="20891635" y="12594235"/>
            <a:ext cx="1595152" cy="1595152"/>
          </a:xfrm>
          <a:prstGeom prst="chord">
            <a:avLst>
              <a:gd name="adj1" fmla="val 10380880"/>
              <a:gd name="adj2" fmla="val 16200000"/>
            </a:avLst>
          </a:prstGeom>
          <a:solidFill>
            <a:schemeClr val="accent4">
              <a:lumMod val="75000"/>
              <a:alpha val="4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B4E90E-0659-444D-B024-2F1C9FAB101F}"/>
              </a:ext>
            </a:extLst>
          </p:cNvPr>
          <p:cNvGrpSpPr>
            <a:grpSpLocks noChangeAspect="1"/>
          </p:cNvGrpSpPr>
          <p:nvPr/>
        </p:nvGrpSpPr>
        <p:grpSpPr>
          <a:xfrm>
            <a:off x="20367398" y="14595426"/>
            <a:ext cx="1597055" cy="1662589"/>
            <a:chOff x="15614409" y="10984620"/>
            <a:chExt cx="1597055" cy="166258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4DA335-E7D5-40BE-9FD1-13AD442D7BAF}"/>
                </a:ext>
              </a:extLst>
            </p:cNvPr>
            <p:cNvCxnSpPr/>
            <p:nvPr/>
          </p:nvCxnSpPr>
          <p:spPr>
            <a:xfrm>
              <a:off x="15819120" y="1132840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FDD0FCF-A0D0-488E-B8E0-CCEC2777D3AA}"/>
                </a:ext>
              </a:extLst>
            </p:cNvPr>
            <p:cNvCxnSpPr/>
            <p:nvPr/>
          </p:nvCxnSpPr>
          <p:spPr>
            <a:xfrm>
              <a:off x="17003776" y="1131824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hord 52">
              <a:extLst>
                <a:ext uri="{FF2B5EF4-FFF2-40B4-BE49-F238E27FC236}">
                  <a16:creationId xmlns:a16="http://schemas.microsoft.com/office/drawing/2014/main" id="{A0E83237-D444-42A5-888C-3CC4327022BA}"/>
                </a:ext>
              </a:extLst>
            </p:cNvPr>
            <p:cNvSpPr>
              <a:spLocks noChangeAspect="1"/>
            </p:cNvSpPr>
            <p:nvPr/>
          </p:nvSpPr>
          <p:spPr>
            <a:xfrm rot="2893358">
              <a:off x="15616312" y="11052057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hord 53">
              <a:extLst>
                <a:ext uri="{FF2B5EF4-FFF2-40B4-BE49-F238E27FC236}">
                  <a16:creationId xmlns:a16="http://schemas.microsoft.com/office/drawing/2014/main" id="{B1050186-8E11-496B-B1A3-434EB3ADC2B6}"/>
                </a:ext>
              </a:extLst>
            </p:cNvPr>
            <p:cNvSpPr>
              <a:spLocks noChangeAspect="1"/>
            </p:cNvSpPr>
            <p:nvPr/>
          </p:nvSpPr>
          <p:spPr>
            <a:xfrm rot="13677858">
              <a:off x="15614409" y="10984620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C4CDCAA-A836-4C9E-971C-4375A4194FE2}"/>
              </a:ext>
            </a:extLst>
          </p:cNvPr>
          <p:cNvSpPr txBox="1"/>
          <p:nvPr/>
        </p:nvSpPr>
        <p:spPr>
          <a:xfrm>
            <a:off x="22133672" y="1515675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Telescope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78996C-512A-42B2-B817-FEEF6D989188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20996236" y="16609604"/>
            <a:ext cx="336616" cy="2268499"/>
            <a:chOff x="19674840" y="17815560"/>
            <a:chExt cx="350520" cy="23622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96C667C-7518-435A-AAAE-7FE8BC20291F}"/>
                </a:ext>
              </a:extLst>
            </p:cNvPr>
            <p:cNvGrpSpPr/>
            <p:nvPr/>
          </p:nvGrpSpPr>
          <p:grpSpPr>
            <a:xfrm>
              <a:off x="19674840" y="17815560"/>
              <a:ext cx="350520" cy="2362200"/>
              <a:chOff x="19674840" y="17815560"/>
              <a:chExt cx="350520" cy="23622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9C1FAB-0A24-4579-9F2D-96B3E691A384}"/>
                  </a:ext>
                </a:extLst>
              </p:cNvPr>
              <p:cNvSpPr/>
              <p:nvPr/>
            </p:nvSpPr>
            <p:spPr>
              <a:xfrm>
                <a:off x="19674840" y="17815560"/>
                <a:ext cx="350520" cy="236220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9FBA00A-FE88-4416-BAC1-D68187963B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51163" y="18329910"/>
                <a:ext cx="197875" cy="13335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55062BF-75EB-4AB8-B3A9-DEBAEE745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06982" y="18706080"/>
              <a:ext cx="86237" cy="5811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C881370-FF02-40DB-B36E-B21CF9B0A17E}"/>
              </a:ext>
            </a:extLst>
          </p:cNvPr>
          <p:cNvSpPr txBox="1"/>
          <p:nvPr/>
        </p:nvSpPr>
        <p:spPr>
          <a:xfrm>
            <a:off x="22380052" y="173182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Iris</a:t>
            </a:r>
          </a:p>
        </p:txBody>
      </p:sp>
      <p:sp>
        <p:nvSpPr>
          <p:cNvPr id="62" name="Pie 493">
            <a:extLst>
              <a:ext uri="{FF2B5EF4-FFF2-40B4-BE49-F238E27FC236}">
                <a16:creationId xmlns:a16="http://schemas.microsoft.com/office/drawing/2014/main" id="{A339C7C3-94F3-46D1-9069-780880879F8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0537297" y="11609265"/>
            <a:ext cx="866485" cy="563299"/>
          </a:xfrm>
          <a:prstGeom prst="flowChartManualOperation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6D6A40-8235-44FF-95DD-5707D07AA73E}"/>
              </a:ext>
            </a:extLst>
          </p:cNvPr>
          <p:cNvSpPr txBox="1"/>
          <p:nvPr/>
        </p:nvSpPr>
        <p:spPr>
          <a:xfrm>
            <a:off x="21573618" y="11680012"/>
            <a:ext cx="252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collimator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051655-4682-4A38-97AA-74E06DA6F96C}"/>
              </a:ext>
            </a:extLst>
          </p:cNvPr>
          <p:cNvGrpSpPr/>
          <p:nvPr/>
        </p:nvGrpSpPr>
        <p:grpSpPr>
          <a:xfrm>
            <a:off x="20803700" y="4079137"/>
            <a:ext cx="652922" cy="720022"/>
            <a:chOff x="36090295" y="3317783"/>
            <a:chExt cx="652922" cy="72002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7A5A6B-5F90-42D6-B236-609ECA66C220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B92050B-0F19-4B0A-BE89-62EDBC2FA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E888EC90-B352-4D38-B556-2783DF5E7316}"/>
              </a:ext>
            </a:extLst>
          </p:cNvPr>
          <p:cNvSpPr/>
          <p:nvPr/>
        </p:nvSpPr>
        <p:spPr>
          <a:xfrm rot="2391979">
            <a:off x="22019897" y="4847669"/>
            <a:ext cx="304800" cy="1341120"/>
          </a:xfrm>
          <a:prstGeom prst="ellipse">
            <a:avLst/>
          </a:prstGeom>
          <a:solidFill>
            <a:schemeClr val="accent2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2B87CE90-283E-4F9F-8701-A871E7280AAD}"/>
              </a:ext>
            </a:extLst>
          </p:cNvPr>
          <p:cNvSpPr txBox="1"/>
          <p:nvPr/>
        </p:nvSpPr>
        <p:spPr>
          <a:xfrm>
            <a:off x="22133672" y="20111461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AOM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4C42BB45-BEB8-4A38-89C7-C5CB130F6FAB}"/>
              </a:ext>
            </a:extLst>
          </p:cNvPr>
          <p:cNvSpPr/>
          <p:nvPr/>
        </p:nvSpPr>
        <p:spPr>
          <a:xfrm>
            <a:off x="20389187" y="19770056"/>
            <a:ext cx="1625938" cy="11665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AOM</a:t>
            </a:r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F5632DC-4B3F-4443-B490-CF87D659DE32}"/>
              </a:ext>
            </a:extLst>
          </p:cNvPr>
          <p:cNvGrpSpPr/>
          <p:nvPr/>
        </p:nvGrpSpPr>
        <p:grpSpPr>
          <a:xfrm>
            <a:off x="24932635" y="1123648"/>
            <a:ext cx="1953291" cy="1251081"/>
            <a:chOff x="24932635" y="1123648"/>
            <a:chExt cx="1953291" cy="1251081"/>
          </a:xfrm>
        </p:grpSpPr>
        <p:sp>
          <p:nvSpPr>
            <p:cNvPr id="429" name="Freeform 494">
              <a:extLst>
                <a:ext uri="{FF2B5EF4-FFF2-40B4-BE49-F238E27FC236}">
                  <a16:creationId xmlns:a16="http://schemas.microsoft.com/office/drawing/2014/main" id="{337717A0-1DAA-43BB-BF18-E5DC720B2EFF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Pie 493">
              <a:extLst>
                <a:ext uri="{FF2B5EF4-FFF2-40B4-BE49-F238E27FC236}">
                  <a16:creationId xmlns:a16="http://schemas.microsoft.com/office/drawing/2014/main" id="{6688C963-857F-476D-8C73-AE2FEA4CC10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5928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0235-F650-47A1-99BF-F99C493A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17BC3-6B5C-4322-910F-4CB75D4C9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2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9709DCF-F35B-44E8-9BC7-3375D0BE8801}"/>
              </a:ext>
            </a:extLst>
          </p:cNvPr>
          <p:cNvGrpSpPr/>
          <p:nvPr/>
        </p:nvGrpSpPr>
        <p:grpSpPr>
          <a:xfrm>
            <a:off x="20559827" y="1643520"/>
            <a:ext cx="2173135" cy="1047492"/>
            <a:chOff x="36426745" y="1307682"/>
            <a:chExt cx="2173135" cy="10474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F479EC-3649-4B0B-9925-A825D5EF6BCB}"/>
                </a:ext>
              </a:extLst>
            </p:cNvPr>
            <p:cNvSpPr/>
            <p:nvPr/>
          </p:nvSpPr>
          <p:spPr>
            <a:xfrm>
              <a:off x="36426745" y="2088664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" name="Rounded Rectangle 175">
              <a:extLst>
                <a:ext uri="{FF2B5EF4-FFF2-40B4-BE49-F238E27FC236}">
                  <a16:creationId xmlns:a16="http://schemas.microsoft.com/office/drawing/2014/main" id="{05CBC564-01D5-4D35-B008-67E840DC1DCF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425EE2-AD91-4F3B-9586-5B73CC219086}"/>
                    </a:ext>
                  </a:extLst>
                </p:cNvPr>
                <p:cNvSpPr txBox="1"/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BD999F8-B9BE-3FC2-03A7-1DF59FA46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9AC04E-E034-47E3-BB64-94B66044C4C8}"/>
                    </a:ext>
                  </a:extLst>
                </p:cNvPr>
                <p:cNvSpPr txBox="1"/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7DD1F3B-8FD5-58DC-B552-AADFFB2A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5D6BE35-FF5C-4BE0-93FB-48D45DB29CCD}"/>
              </a:ext>
            </a:extLst>
          </p:cNvPr>
          <p:cNvSpPr txBox="1"/>
          <p:nvPr/>
        </p:nvSpPr>
        <p:spPr>
          <a:xfrm>
            <a:off x="21951193" y="3013146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Beam dump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F484E-E1B6-41C1-97B4-0A78A01A2CF1}"/>
              </a:ext>
            </a:extLst>
          </p:cNvPr>
          <p:cNvSpPr txBox="1"/>
          <p:nvPr/>
        </p:nvSpPr>
        <p:spPr>
          <a:xfrm>
            <a:off x="22083200" y="420467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PBS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4511E1-5049-40FB-B3BF-89CA0BE7BFC8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540006" y="6667838"/>
            <a:ext cx="946187" cy="604732"/>
            <a:chOff x="7039330" y="13503713"/>
            <a:chExt cx="1296295" cy="83407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982310-E83C-47F5-A3B3-F5937B6776D0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F44B7F-5C5C-4453-A45D-205277E875DD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95052B5-090E-475D-BB83-5EA8D7EA9B2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D76EA00-CA5E-48EB-A093-3B49CAD757EC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8D94E38-7490-48D2-AE1E-7DDC93098D7F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79C85A-A622-4CC5-AF32-703FCA7ADFC0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6C63413-70FF-4107-B2BD-DF163ABE03A7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092FD62-472B-4F8F-B0CF-326A9FF3D862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6F70F7C-BE53-4347-B518-D842917BCDBC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1E92BAE-5153-4F42-BD9D-C56074E972B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2E310F-A1D2-484B-ADE6-D6A98D2A423D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B63985-903A-4E09-9BCB-2A5EE9F87736}"/>
              </a:ext>
            </a:extLst>
          </p:cNvPr>
          <p:cNvSpPr txBox="1"/>
          <p:nvPr/>
        </p:nvSpPr>
        <p:spPr>
          <a:xfrm>
            <a:off x="21793640" y="665218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0.5/1</a:t>
            </a:r>
            <a:r>
              <a:rPr lang="en-US" sz="2800" dirty="0"/>
              <a:t>inch Mirror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99C1A5-E207-498A-B1B1-5442784B3A16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189052" y="7923590"/>
            <a:ext cx="1630731" cy="1042241"/>
            <a:chOff x="7039330" y="13503713"/>
            <a:chExt cx="1296295" cy="83407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2FA566-8EED-4048-A06E-C5A5065644CA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89C574-EA72-4CD1-A9AC-A623A8672E17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6ADFA96-0D14-4C2A-82A2-28614DC7FFF2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DC2C32-AB9F-4F6D-B644-8DE659EC6310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E171AC-1521-4AF9-B7EF-753D2838ABAD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76ACE28-4892-49B5-B505-77618C9AE19C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010B6B-F4A6-4950-B92A-009809BFDE55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9636F01-DE7A-49EE-AD98-26446A6B1C66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1F57233-98F5-479F-9435-557E51394528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9E42317-AA42-4C15-88DC-40C424D3213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8DD850F-EB3B-4FB6-BB70-B2CAEA2142EF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359290-4A44-40EF-9474-8178C235D03F}"/>
              </a:ext>
            </a:extLst>
          </p:cNvPr>
          <p:cNvSpPr txBox="1"/>
          <p:nvPr/>
        </p:nvSpPr>
        <p:spPr>
          <a:xfrm>
            <a:off x="21827930" y="776851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</a:t>
            </a:r>
            <a:r>
              <a:rPr lang="en-US" sz="2800" dirty="0"/>
              <a:t>2 inch Mirror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A2E88-B19F-4A5D-9764-257F78B4288C}"/>
              </a:ext>
            </a:extLst>
          </p:cNvPr>
          <p:cNvSpPr txBox="1"/>
          <p:nvPr/>
        </p:nvSpPr>
        <p:spPr>
          <a:xfrm>
            <a:off x="22616600" y="519781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9FC36C-2BE1-4CD7-883A-6A383B803FBF}"/>
              </a:ext>
            </a:extLst>
          </p:cNvPr>
          <p:cNvGrpSpPr>
            <a:grpSpLocks noChangeAspect="1"/>
          </p:cNvGrpSpPr>
          <p:nvPr/>
        </p:nvGrpSpPr>
        <p:grpSpPr>
          <a:xfrm>
            <a:off x="20691426" y="5127614"/>
            <a:ext cx="893745" cy="808015"/>
            <a:chOff x="10449840" y="13716000"/>
            <a:chExt cx="415805" cy="3759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07D29F-66FA-47E5-865F-5A7627C5BB2C}"/>
                </a:ext>
              </a:extLst>
            </p:cNvPr>
            <p:cNvSpPr/>
            <p:nvPr/>
          </p:nvSpPr>
          <p:spPr>
            <a:xfrm>
              <a:off x="10449840" y="13716000"/>
              <a:ext cx="415805" cy="3759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7000"/>
              </a:schemeClr>
            </a:solidFill>
            <a:ln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1B4672C-1847-49E0-A6D1-BCB93C2B5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1584" y="13717547"/>
              <a:ext cx="401955" cy="371475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AF93460-0C3F-4326-8893-4131BF6D8EF3}"/>
              </a:ext>
            </a:extLst>
          </p:cNvPr>
          <p:cNvSpPr/>
          <p:nvPr/>
        </p:nvSpPr>
        <p:spPr>
          <a:xfrm>
            <a:off x="20842365" y="9623414"/>
            <a:ext cx="243840" cy="1173480"/>
          </a:xfrm>
          <a:prstGeom prst="roundRect">
            <a:avLst/>
          </a:prstGeom>
          <a:solidFill>
            <a:srgbClr val="371B9D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B7926-AF94-4CFE-B39A-1F1258C7CC9E}"/>
              </a:ext>
            </a:extLst>
          </p:cNvPr>
          <p:cNvSpPr txBox="1"/>
          <p:nvPr/>
        </p:nvSpPr>
        <p:spPr>
          <a:xfrm>
            <a:off x="21874592" y="9879167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Filter for 795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B3D134-CDE4-4336-9469-EE76C30A2AF6}"/>
              </a:ext>
            </a:extLst>
          </p:cNvPr>
          <p:cNvGrpSpPr/>
          <p:nvPr/>
        </p:nvGrpSpPr>
        <p:grpSpPr>
          <a:xfrm>
            <a:off x="20696916" y="3019128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" name="Rounded Rectangle 539">
              <a:extLst>
                <a:ext uri="{FF2B5EF4-FFF2-40B4-BE49-F238E27FC236}">
                  <a16:creationId xmlns:a16="http://schemas.microsoft.com/office/drawing/2014/main" id="{9CDD6E34-2E3B-4A8A-941F-08128BE8B4FD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6" name="Rounded Rectangle 540">
              <a:extLst>
                <a:ext uri="{FF2B5EF4-FFF2-40B4-BE49-F238E27FC236}">
                  <a16:creationId xmlns:a16="http://schemas.microsoft.com/office/drawing/2014/main" id="{5BCA7915-CFEE-43D1-8929-472687EF63F9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7" name="Rounded Rectangle 541">
              <a:extLst>
                <a:ext uri="{FF2B5EF4-FFF2-40B4-BE49-F238E27FC236}">
                  <a16:creationId xmlns:a16="http://schemas.microsoft.com/office/drawing/2014/main" id="{21E50B2E-4593-4C1E-A110-EFA550C25F68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5872CAC-20BA-4DA8-9A49-5ABA40C85803}"/>
              </a:ext>
            </a:extLst>
          </p:cNvPr>
          <p:cNvSpPr txBox="1"/>
          <p:nvPr/>
        </p:nvSpPr>
        <p:spPr>
          <a:xfrm>
            <a:off x="21783152" y="129367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Lens</a:t>
            </a:r>
          </a:p>
        </p:txBody>
      </p:sp>
      <p:sp>
        <p:nvSpPr>
          <p:cNvPr id="49" name="Chord 48">
            <a:extLst>
              <a:ext uri="{FF2B5EF4-FFF2-40B4-BE49-F238E27FC236}">
                <a16:creationId xmlns:a16="http://schemas.microsoft.com/office/drawing/2014/main" id="{9BE23323-7187-42A7-B2A7-831521864674}"/>
              </a:ext>
            </a:extLst>
          </p:cNvPr>
          <p:cNvSpPr>
            <a:spLocks noChangeAspect="1"/>
          </p:cNvSpPr>
          <p:nvPr/>
        </p:nvSpPr>
        <p:spPr>
          <a:xfrm rot="18954449">
            <a:off x="20891635" y="12594235"/>
            <a:ext cx="1595152" cy="1595152"/>
          </a:xfrm>
          <a:prstGeom prst="chord">
            <a:avLst>
              <a:gd name="adj1" fmla="val 10380880"/>
              <a:gd name="adj2" fmla="val 16200000"/>
            </a:avLst>
          </a:prstGeom>
          <a:solidFill>
            <a:schemeClr val="accent4">
              <a:lumMod val="75000"/>
              <a:alpha val="4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B4E90E-0659-444D-B024-2F1C9FAB101F}"/>
              </a:ext>
            </a:extLst>
          </p:cNvPr>
          <p:cNvGrpSpPr>
            <a:grpSpLocks noChangeAspect="1"/>
          </p:cNvGrpSpPr>
          <p:nvPr/>
        </p:nvGrpSpPr>
        <p:grpSpPr>
          <a:xfrm>
            <a:off x="20367398" y="14595426"/>
            <a:ext cx="1597055" cy="1662589"/>
            <a:chOff x="15614409" y="10984620"/>
            <a:chExt cx="1597055" cy="166258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4DA335-E7D5-40BE-9FD1-13AD442D7BAF}"/>
                </a:ext>
              </a:extLst>
            </p:cNvPr>
            <p:cNvCxnSpPr/>
            <p:nvPr/>
          </p:nvCxnSpPr>
          <p:spPr>
            <a:xfrm>
              <a:off x="15819120" y="1132840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FDD0FCF-A0D0-488E-B8E0-CCEC2777D3AA}"/>
                </a:ext>
              </a:extLst>
            </p:cNvPr>
            <p:cNvCxnSpPr/>
            <p:nvPr/>
          </p:nvCxnSpPr>
          <p:spPr>
            <a:xfrm>
              <a:off x="17003776" y="1131824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hord 52">
              <a:extLst>
                <a:ext uri="{FF2B5EF4-FFF2-40B4-BE49-F238E27FC236}">
                  <a16:creationId xmlns:a16="http://schemas.microsoft.com/office/drawing/2014/main" id="{A0E83237-D444-42A5-888C-3CC4327022BA}"/>
                </a:ext>
              </a:extLst>
            </p:cNvPr>
            <p:cNvSpPr>
              <a:spLocks noChangeAspect="1"/>
            </p:cNvSpPr>
            <p:nvPr/>
          </p:nvSpPr>
          <p:spPr>
            <a:xfrm rot="2893358">
              <a:off x="15616312" y="11052057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hord 53">
              <a:extLst>
                <a:ext uri="{FF2B5EF4-FFF2-40B4-BE49-F238E27FC236}">
                  <a16:creationId xmlns:a16="http://schemas.microsoft.com/office/drawing/2014/main" id="{B1050186-8E11-496B-B1A3-434EB3ADC2B6}"/>
                </a:ext>
              </a:extLst>
            </p:cNvPr>
            <p:cNvSpPr>
              <a:spLocks noChangeAspect="1"/>
            </p:cNvSpPr>
            <p:nvPr/>
          </p:nvSpPr>
          <p:spPr>
            <a:xfrm rot="13677858">
              <a:off x="15614409" y="10984620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C4CDCAA-A836-4C9E-971C-4375A4194FE2}"/>
              </a:ext>
            </a:extLst>
          </p:cNvPr>
          <p:cNvSpPr txBox="1"/>
          <p:nvPr/>
        </p:nvSpPr>
        <p:spPr>
          <a:xfrm>
            <a:off x="22133672" y="1515675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Telescope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78996C-512A-42B2-B817-FEEF6D989188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20996236" y="16609604"/>
            <a:ext cx="336616" cy="2268499"/>
            <a:chOff x="19674840" y="17815560"/>
            <a:chExt cx="350520" cy="23622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96C667C-7518-435A-AAAE-7FE8BC20291F}"/>
                </a:ext>
              </a:extLst>
            </p:cNvPr>
            <p:cNvGrpSpPr/>
            <p:nvPr/>
          </p:nvGrpSpPr>
          <p:grpSpPr>
            <a:xfrm>
              <a:off x="19674840" y="17815560"/>
              <a:ext cx="350520" cy="2362200"/>
              <a:chOff x="19674840" y="17815560"/>
              <a:chExt cx="350520" cy="23622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9C1FAB-0A24-4579-9F2D-96B3E691A384}"/>
                  </a:ext>
                </a:extLst>
              </p:cNvPr>
              <p:cNvSpPr/>
              <p:nvPr/>
            </p:nvSpPr>
            <p:spPr>
              <a:xfrm>
                <a:off x="19674840" y="17815560"/>
                <a:ext cx="350520" cy="236220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9FBA00A-FE88-4416-BAC1-D68187963B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51163" y="18329910"/>
                <a:ext cx="197875" cy="13335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55062BF-75EB-4AB8-B3A9-DEBAEE745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06982" y="18706080"/>
              <a:ext cx="86237" cy="5811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C881370-FF02-40DB-B36E-B21CF9B0A17E}"/>
              </a:ext>
            </a:extLst>
          </p:cNvPr>
          <p:cNvSpPr txBox="1"/>
          <p:nvPr/>
        </p:nvSpPr>
        <p:spPr>
          <a:xfrm>
            <a:off x="22380052" y="173182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Iris</a:t>
            </a:r>
          </a:p>
        </p:txBody>
      </p:sp>
      <p:sp>
        <p:nvSpPr>
          <p:cNvPr id="62" name="Pie 493">
            <a:extLst>
              <a:ext uri="{FF2B5EF4-FFF2-40B4-BE49-F238E27FC236}">
                <a16:creationId xmlns:a16="http://schemas.microsoft.com/office/drawing/2014/main" id="{A339C7C3-94F3-46D1-9069-780880879F8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0537297" y="11609265"/>
            <a:ext cx="866485" cy="563299"/>
          </a:xfrm>
          <a:prstGeom prst="flowChartManualOperation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6D6A40-8235-44FF-95DD-5707D07AA73E}"/>
              </a:ext>
            </a:extLst>
          </p:cNvPr>
          <p:cNvSpPr txBox="1"/>
          <p:nvPr/>
        </p:nvSpPr>
        <p:spPr>
          <a:xfrm>
            <a:off x="21573618" y="11680012"/>
            <a:ext cx="252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collimator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051655-4682-4A38-97AA-74E06DA6F96C}"/>
              </a:ext>
            </a:extLst>
          </p:cNvPr>
          <p:cNvGrpSpPr/>
          <p:nvPr/>
        </p:nvGrpSpPr>
        <p:grpSpPr>
          <a:xfrm>
            <a:off x="20803700" y="4079137"/>
            <a:ext cx="652922" cy="720022"/>
            <a:chOff x="36090295" y="3317783"/>
            <a:chExt cx="652922" cy="72002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7A5A6B-5F90-42D6-B236-609ECA66C220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B92050B-0F19-4B0A-BE89-62EDBC2FA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E888EC90-B352-4D38-B556-2783DF5E7316}"/>
              </a:ext>
            </a:extLst>
          </p:cNvPr>
          <p:cNvSpPr/>
          <p:nvPr/>
        </p:nvSpPr>
        <p:spPr>
          <a:xfrm rot="2391979">
            <a:off x="22019897" y="4847669"/>
            <a:ext cx="304800" cy="1341120"/>
          </a:xfrm>
          <a:prstGeom prst="ellipse">
            <a:avLst/>
          </a:prstGeom>
          <a:solidFill>
            <a:schemeClr val="accent2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2B87CE90-283E-4F9F-8701-A871E7280AAD}"/>
              </a:ext>
            </a:extLst>
          </p:cNvPr>
          <p:cNvSpPr txBox="1"/>
          <p:nvPr/>
        </p:nvSpPr>
        <p:spPr>
          <a:xfrm>
            <a:off x="22133672" y="20111461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AOM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4C42BB45-BEB8-4A38-89C7-C5CB130F6FAB}"/>
              </a:ext>
            </a:extLst>
          </p:cNvPr>
          <p:cNvSpPr/>
          <p:nvPr/>
        </p:nvSpPr>
        <p:spPr>
          <a:xfrm>
            <a:off x="20389187" y="19770056"/>
            <a:ext cx="1625938" cy="11665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AOM</a:t>
            </a:r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F5632DC-4B3F-4443-B490-CF87D659DE32}"/>
              </a:ext>
            </a:extLst>
          </p:cNvPr>
          <p:cNvGrpSpPr/>
          <p:nvPr/>
        </p:nvGrpSpPr>
        <p:grpSpPr>
          <a:xfrm>
            <a:off x="24932635" y="1123648"/>
            <a:ext cx="1953291" cy="1251081"/>
            <a:chOff x="24932635" y="1123648"/>
            <a:chExt cx="1953291" cy="1251081"/>
          </a:xfrm>
        </p:grpSpPr>
        <p:sp>
          <p:nvSpPr>
            <p:cNvPr id="429" name="Freeform 494">
              <a:extLst>
                <a:ext uri="{FF2B5EF4-FFF2-40B4-BE49-F238E27FC236}">
                  <a16:creationId xmlns:a16="http://schemas.microsoft.com/office/drawing/2014/main" id="{337717A0-1DAA-43BB-BF18-E5DC720B2EFF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Pie 493">
              <a:extLst>
                <a:ext uri="{FF2B5EF4-FFF2-40B4-BE49-F238E27FC236}">
                  <a16:creationId xmlns:a16="http://schemas.microsoft.com/office/drawing/2014/main" id="{6688C963-857F-476D-8C73-AE2FEA4CC10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00" name="Picture 199">
            <a:extLst>
              <a:ext uri="{FF2B5EF4-FFF2-40B4-BE49-F238E27FC236}">
                <a16:creationId xmlns:a16="http://schemas.microsoft.com/office/drawing/2014/main" id="{26D1A30A-5890-4670-8FA8-E879077F1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36220" y="1489366"/>
            <a:ext cx="18110098" cy="18314441"/>
          </a:xfrm>
          <a:prstGeom prst="rect">
            <a:avLst/>
          </a:prstGeom>
        </p:spPr>
      </p:pic>
      <p:sp>
        <p:nvSpPr>
          <p:cNvPr id="312" name="Rectangle 311">
            <a:extLst>
              <a:ext uri="{FF2B5EF4-FFF2-40B4-BE49-F238E27FC236}">
                <a16:creationId xmlns:a16="http://schemas.microsoft.com/office/drawing/2014/main" id="{04AC82A7-9798-4ED4-85BA-D39D97A3BE0D}"/>
              </a:ext>
            </a:extLst>
          </p:cNvPr>
          <p:cNvSpPr/>
          <p:nvPr/>
        </p:nvSpPr>
        <p:spPr>
          <a:xfrm>
            <a:off x="788493" y="1813010"/>
            <a:ext cx="17877961" cy="18033815"/>
          </a:xfrm>
          <a:prstGeom prst="rect">
            <a:avLst/>
          </a:prstGeom>
          <a:solidFill>
            <a:schemeClr val="bg2">
              <a:lumMod val="75000"/>
              <a:alpha val="37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FC7989F8-64D6-4A77-8BBD-F3F2E1F110BE}"/>
              </a:ext>
            </a:extLst>
          </p:cNvPr>
          <p:cNvSpPr txBox="1"/>
          <p:nvPr/>
        </p:nvSpPr>
        <p:spPr>
          <a:xfrm>
            <a:off x="4729052" y="745548"/>
            <a:ext cx="1128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L1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2DFD89D-B365-411E-BD93-41B8B95F7455}"/>
              </a:ext>
            </a:extLst>
          </p:cNvPr>
          <p:cNvSpPr/>
          <p:nvPr/>
        </p:nvSpPr>
        <p:spPr>
          <a:xfrm>
            <a:off x="3189767" y="3406251"/>
            <a:ext cx="4678326" cy="109280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L1</a:t>
            </a:r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D6129DE8-B669-47D6-B527-A1C11086AC49}"/>
              </a:ext>
            </a:extLst>
          </p:cNvPr>
          <p:cNvSpPr/>
          <p:nvPr/>
        </p:nvSpPr>
        <p:spPr>
          <a:xfrm>
            <a:off x="4400578" y="14934306"/>
            <a:ext cx="2168118" cy="10227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224DED99-1ABA-4A5F-9CE6-8741AAAC3BF1}"/>
                  </a:ext>
                </a:extLst>
              </p:cNvPr>
              <p:cNvSpPr txBox="1"/>
              <p:nvPr/>
            </p:nvSpPr>
            <p:spPr>
              <a:xfrm>
                <a:off x="6372130" y="14697019"/>
                <a:ext cx="12368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224DED99-1ABA-4A5F-9CE6-8741AAAC3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130" y="14697019"/>
                <a:ext cx="123680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7" name="Group 316">
            <a:extLst>
              <a:ext uri="{FF2B5EF4-FFF2-40B4-BE49-F238E27FC236}">
                <a16:creationId xmlns:a16="http://schemas.microsoft.com/office/drawing/2014/main" id="{A5856EA0-D7DC-46AD-BC0A-D7DD98BC08F3}"/>
              </a:ext>
            </a:extLst>
          </p:cNvPr>
          <p:cNvGrpSpPr/>
          <p:nvPr/>
        </p:nvGrpSpPr>
        <p:grpSpPr>
          <a:xfrm rot="5400000">
            <a:off x="5239329" y="16226588"/>
            <a:ext cx="652922" cy="720022"/>
            <a:chOff x="36090295" y="3317783"/>
            <a:chExt cx="652922" cy="720022"/>
          </a:xfrm>
        </p:grpSpPr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4C0F6C0C-C629-4E49-B4D4-C94FCB1A977D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FC6E45B4-FA00-4CEC-90B4-782525DE5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0" name="Oval 319">
            <a:extLst>
              <a:ext uri="{FF2B5EF4-FFF2-40B4-BE49-F238E27FC236}">
                <a16:creationId xmlns:a16="http://schemas.microsoft.com/office/drawing/2014/main" id="{38D7A6EC-5817-4881-9DA7-805504E8E4FE}"/>
              </a:ext>
            </a:extLst>
          </p:cNvPr>
          <p:cNvSpPr/>
          <p:nvPr/>
        </p:nvSpPr>
        <p:spPr>
          <a:xfrm>
            <a:off x="4484398" y="18098222"/>
            <a:ext cx="2168118" cy="10227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36538E8B-0BB5-4052-AFED-F769BFB43E78}"/>
                  </a:ext>
                </a:extLst>
              </p:cNvPr>
              <p:cNvSpPr txBox="1"/>
              <p:nvPr/>
            </p:nvSpPr>
            <p:spPr>
              <a:xfrm>
                <a:off x="6455950" y="17860935"/>
                <a:ext cx="12368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36538E8B-0BB5-4052-AFED-F769BFB43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950" y="17860935"/>
                <a:ext cx="123680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Oval 321">
            <a:extLst>
              <a:ext uri="{FF2B5EF4-FFF2-40B4-BE49-F238E27FC236}">
                <a16:creationId xmlns:a16="http://schemas.microsoft.com/office/drawing/2014/main" id="{F475F9B9-D9A2-4B0E-84A1-6506E91A5726}"/>
              </a:ext>
            </a:extLst>
          </p:cNvPr>
          <p:cNvSpPr/>
          <p:nvPr/>
        </p:nvSpPr>
        <p:spPr>
          <a:xfrm rot="16200000">
            <a:off x="8357122" y="18313597"/>
            <a:ext cx="2168118" cy="10227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5A86CED1-05A6-4D9B-836F-D00997F24AF6}"/>
                  </a:ext>
                </a:extLst>
              </p:cNvPr>
              <p:cNvSpPr txBox="1"/>
              <p:nvPr/>
            </p:nvSpPr>
            <p:spPr>
              <a:xfrm>
                <a:off x="8822778" y="16672708"/>
                <a:ext cx="12368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3" name="TextBox 322">
                <a:extLst>
                  <a:ext uri="{FF2B5EF4-FFF2-40B4-BE49-F238E27FC236}">
                    <a16:creationId xmlns:a16="http://schemas.microsoft.com/office/drawing/2014/main" id="{5A86CED1-05A6-4D9B-836F-D00997F2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778" y="16672708"/>
                <a:ext cx="123680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Rounded Rectangle 175">
            <a:extLst>
              <a:ext uri="{FF2B5EF4-FFF2-40B4-BE49-F238E27FC236}">
                <a16:creationId xmlns:a16="http://schemas.microsoft.com/office/drawing/2014/main" id="{093CE8FC-1390-45AF-BF90-87D157164B92}"/>
              </a:ext>
            </a:extLst>
          </p:cNvPr>
          <p:cNvSpPr/>
          <p:nvPr/>
        </p:nvSpPr>
        <p:spPr>
          <a:xfrm rot="16200000">
            <a:off x="9594373" y="18257918"/>
            <a:ext cx="2139014" cy="10227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8F2129A-379C-4FFD-AB2C-89C375F27335}"/>
                  </a:ext>
                </a:extLst>
              </p:cNvPr>
              <p:cNvSpPr txBox="1"/>
              <p:nvPr/>
            </p:nvSpPr>
            <p:spPr>
              <a:xfrm>
                <a:off x="10195960" y="16644158"/>
                <a:ext cx="9358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08F2129A-379C-4FFD-AB2C-89C375F27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960" y="16644158"/>
                <a:ext cx="93584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E72066A7-3E42-40C4-82F6-F62FB12227F3}"/>
              </a:ext>
            </a:extLst>
          </p:cNvPr>
          <p:cNvGrpSpPr/>
          <p:nvPr/>
        </p:nvGrpSpPr>
        <p:grpSpPr>
          <a:xfrm rot="10800000">
            <a:off x="16909774" y="17839064"/>
            <a:ext cx="1953291" cy="1251081"/>
            <a:chOff x="24932635" y="1123648"/>
            <a:chExt cx="1953291" cy="1251081"/>
          </a:xfrm>
        </p:grpSpPr>
        <p:sp>
          <p:nvSpPr>
            <p:cNvPr id="327" name="Freeform 494">
              <a:extLst>
                <a:ext uri="{FF2B5EF4-FFF2-40B4-BE49-F238E27FC236}">
                  <a16:creationId xmlns:a16="http://schemas.microsoft.com/office/drawing/2014/main" id="{FDAA8CB7-4911-482B-8005-DF138BAFC289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Pie 493">
              <a:extLst>
                <a:ext uri="{FF2B5EF4-FFF2-40B4-BE49-F238E27FC236}">
                  <a16:creationId xmlns:a16="http://schemas.microsoft.com/office/drawing/2014/main" id="{081A8D34-BE25-4010-9874-923D794A838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BC817C0B-20E6-4B26-B1DE-765D4658DF1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2160505" y="16516671"/>
            <a:ext cx="336616" cy="2268499"/>
            <a:chOff x="19674840" y="17815560"/>
            <a:chExt cx="350520" cy="2362200"/>
          </a:xfrm>
        </p:grpSpPr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EA465C89-0FD1-4AF4-A52D-3D5638FE8F4D}"/>
                </a:ext>
              </a:extLst>
            </p:cNvPr>
            <p:cNvGrpSpPr/>
            <p:nvPr/>
          </p:nvGrpSpPr>
          <p:grpSpPr>
            <a:xfrm>
              <a:off x="19674840" y="17815560"/>
              <a:ext cx="350520" cy="2362200"/>
              <a:chOff x="19674840" y="17815560"/>
              <a:chExt cx="350520" cy="2362200"/>
            </a:xfrm>
          </p:grpSpPr>
          <p:sp>
            <p:nvSpPr>
              <p:cNvPr id="332" name="Oval 331">
                <a:extLst>
                  <a:ext uri="{FF2B5EF4-FFF2-40B4-BE49-F238E27FC236}">
                    <a16:creationId xmlns:a16="http://schemas.microsoft.com/office/drawing/2014/main" id="{5289E29C-CFCF-4368-9D15-08A61185FAB4}"/>
                  </a:ext>
                </a:extLst>
              </p:cNvPr>
              <p:cNvSpPr/>
              <p:nvPr/>
            </p:nvSpPr>
            <p:spPr>
              <a:xfrm>
                <a:off x="19674840" y="17815560"/>
                <a:ext cx="350520" cy="236220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3" name="Oval 332">
                <a:extLst>
                  <a:ext uri="{FF2B5EF4-FFF2-40B4-BE49-F238E27FC236}">
                    <a16:creationId xmlns:a16="http://schemas.microsoft.com/office/drawing/2014/main" id="{BD862BED-EBD5-4AC0-86F3-9BE6C93A7C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51163" y="18329910"/>
                <a:ext cx="197875" cy="13335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301F7B19-1466-4A0F-97F1-6C04237D6D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06982" y="18706080"/>
              <a:ext cx="86237" cy="5811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E499E2FB-400D-4AC6-BBC5-28A06650E61E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1804657" y="18891728"/>
            <a:ext cx="946187" cy="604732"/>
            <a:chOff x="7039330" y="13503713"/>
            <a:chExt cx="1296295" cy="834079"/>
          </a:xfrm>
        </p:grpSpPr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A98891B2-ED50-44B0-98AB-347665E685E8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858BC6DE-258C-44EC-9730-BA90ABC84A45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4F180875-09F5-4A01-B197-45605C4CEC2C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1F24A001-C655-423E-89A1-DDD4BEB19734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289F9CA0-7604-4F42-A04F-AC4EB4288132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194E726B-826D-4822-BFAB-93E2AE342557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6A82C881-262C-4B59-BD3A-7154AE6AFADC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8842EBFA-1433-4582-96EC-125FC3CCEC9D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65810E91-BD3D-43D8-9DE0-006490608DE3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D4134D9F-7FD8-4464-9F15-579DADD635E3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AF3BEBC5-A725-441D-90C7-6E8B9A01CBF8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766EC96D-E47D-4569-A6A8-3B05674F455C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7892501" y="18161508"/>
            <a:ext cx="946187" cy="604732"/>
            <a:chOff x="7039330" y="13503713"/>
            <a:chExt cx="1296295" cy="834079"/>
          </a:xfrm>
        </p:grpSpPr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729CF589-DFCB-49F7-B637-30427EF5D4BB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8D6C2527-1B44-4798-98DA-33FB58E061B0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9491FA5A-3337-4999-AEAB-F7443BBFF347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F473C4A2-DC50-4006-B2DF-691D609629F3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08DBA76A-CEDC-48E2-81CB-E416C19E1202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FDC66BC4-B79A-42D2-BBE3-F19F82FA00E2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7E7F9A4A-0D15-4C62-8AB9-EE57B9A03CCA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7F217B92-C337-41B6-9755-D92F49B0F341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38BDD681-3BF8-49D3-8D70-D0A7D90EFD51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CBDB4339-E7E1-434C-BA0A-39F20FF0434D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8FD6112B-0FBD-4FC5-B64A-3C9B94E3944B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8E5D421F-0CE1-4815-802F-DFF2841BC29C}"/>
              </a:ext>
            </a:extLst>
          </p:cNvPr>
          <p:cNvGrpSpPr>
            <a:grpSpLocks noChangeAspect="1"/>
          </p:cNvGrpSpPr>
          <p:nvPr/>
        </p:nvGrpSpPr>
        <p:grpSpPr>
          <a:xfrm rot="444032">
            <a:off x="8074812" y="16225684"/>
            <a:ext cx="946187" cy="604732"/>
            <a:chOff x="7039330" y="13503713"/>
            <a:chExt cx="1296295" cy="834079"/>
          </a:xfrm>
        </p:grpSpPr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44D5420F-5A14-470D-A234-9353BC89AA3E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4C544CFD-C535-4382-B846-6A115460E04A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9D1BE7EC-2FE3-4E4E-A8F7-F70DCA851B14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52EF71C0-ABAB-4847-91AB-B8F3D391182F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E356BC4-62B8-450F-BD75-6B17A6583017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7BB59C9A-C06A-40BE-9E1B-D4AF541D0F26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93C03B2D-13DA-4E1A-ACCC-0CA3E68E6461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6DECE26E-D349-42D7-B6BB-632A1F25238A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E86ED404-1497-4B87-AC35-53B671E1C358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04A46243-76C7-46C8-AC1F-CFE36A385576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8511AEEA-C54E-4A9B-B183-DD5ECCAADB39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7BBDDE2E-590B-465F-A3D1-6A8C66DDCF4F}"/>
              </a:ext>
            </a:extLst>
          </p:cNvPr>
          <p:cNvGrpSpPr>
            <a:grpSpLocks noChangeAspect="1"/>
          </p:cNvGrpSpPr>
          <p:nvPr/>
        </p:nvGrpSpPr>
        <p:grpSpPr>
          <a:xfrm rot="11362699">
            <a:off x="10413781" y="15250837"/>
            <a:ext cx="1630731" cy="1042241"/>
            <a:chOff x="7039330" y="13503713"/>
            <a:chExt cx="1296295" cy="834079"/>
          </a:xfrm>
        </p:grpSpPr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D3677189-9905-4926-B016-68C008B429AF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2" name="Group 371">
              <a:extLst>
                <a:ext uri="{FF2B5EF4-FFF2-40B4-BE49-F238E27FC236}">
                  <a16:creationId xmlns:a16="http://schemas.microsoft.com/office/drawing/2014/main" id="{8C7A84A5-4AD6-45C4-8D74-C095719F3C36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5CE79051-DCCB-42AE-9B19-D36AA877820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3AE8E90-84EC-453E-9889-14FFB0706094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2B8477F4-3796-4C38-B96D-79D8EFAEDD78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2A37CD35-D822-411E-8DD7-08CE71BEFC48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36AEF5BF-77F0-4478-B052-186FDD4F4380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40631ABC-5718-4543-BB5B-B51A04C313F9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05BAD3CB-E141-404D-8AE5-FE74A8CCEB5A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3AADA2E1-27A6-4E75-AC38-75A1643323F9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263B56C0-A5F6-4058-8617-3FE1D258D38E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B431FC7D-4A01-4225-9B1E-2BB671B2B81B}"/>
              </a:ext>
            </a:extLst>
          </p:cNvPr>
          <p:cNvGrpSpPr>
            <a:grpSpLocks noChangeAspect="1"/>
          </p:cNvGrpSpPr>
          <p:nvPr/>
        </p:nvGrpSpPr>
        <p:grpSpPr>
          <a:xfrm rot="5745721">
            <a:off x="15088408" y="15415419"/>
            <a:ext cx="1630731" cy="1042241"/>
            <a:chOff x="7039330" y="13503713"/>
            <a:chExt cx="1296295" cy="834079"/>
          </a:xfrm>
        </p:grpSpPr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28E40154-93E1-4AC1-A89F-40464EB36504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C8A022CF-09B1-4D5A-A788-213C5F4C45EA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CBBD5E4A-C2EB-4439-A64D-805165633B07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780A563C-8CFD-41D3-A3FB-904F3B36171A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0332CD96-9BF7-4BF0-8764-00BE9B8ED62B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4C9E8CED-1B05-4F1F-AC70-E89925B7016A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FDF06451-CB91-4281-AC33-D2E756BC9105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40138204-7223-47BB-BE8F-AAD6B18D8CF6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3290CDB8-7455-4B41-B002-93975AA0ACE1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83BB3AF0-B039-4BD4-AEB1-B8C3C0A24077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C89039F0-51FD-42EF-AB85-3D1A6008E709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CB364E3C-7DE1-4D0C-B353-540D5BE47DBE}"/>
              </a:ext>
            </a:extLst>
          </p:cNvPr>
          <p:cNvGrpSpPr/>
          <p:nvPr/>
        </p:nvGrpSpPr>
        <p:grpSpPr>
          <a:xfrm>
            <a:off x="15412998" y="11173672"/>
            <a:ext cx="2173135" cy="1589983"/>
            <a:chOff x="36426745" y="240919"/>
            <a:chExt cx="2173135" cy="1589983"/>
          </a:xfrm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2B06E409-210A-4A9C-AEE5-E9BB1D8A21EC}"/>
                </a:ext>
              </a:extLst>
            </p:cNvPr>
            <p:cNvSpPr/>
            <p:nvPr/>
          </p:nvSpPr>
          <p:spPr>
            <a:xfrm>
              <a:off x="36426745" y="497629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396" name="Rounded Rectangle 175">
              <a:extLst>
                <a:ext uri="{FF2B5EF4-FFF2-40B4-BE49-F238E27FC236}">
                  <a16:creationId xmlns:a16="http://schemas.microsoft.com/office/drawing/2014/main" id="{C3851451-26D5-455F-825A-AE509BAC349A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7" name="TextBox 396">
                  <a:extLst>
                    <a:ext uri="{FF2B5EF4-FFF2-40B4-BE49-F238E27FC236}">
                      <a16:creationId xmlns:a16="http://schemas.microsoft.com/office/drawing/2014/main" id="{D24D14F3-3E9B-46AF-A549-61E9B473A42E}"/>
                    </a:ext>
                  </a:extLst>
                </p:cNvPr>
                <p:cNvSpPr txBox="1"/>
                <p:nvPr/>
              </p:nvSpPr>
              <p:spPr>
                <a:xfrm>
                  <a:off x="37363077" y="240919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7" name="TextBox 396">
                  <a:extLst>
                    <a:ext uri="{FF2B5EF4-FFF2-40B4-BE49-F238E27FC236}">
                      <a16:creationId xmlns:a16="http://schemas.microsoft.com/office/drawing/2014/main" id="{D24D14F3-3E9B-46AF-A549-61E9B473A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3077" y="240919"/>
                  <a:ext cx="123680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TextBox 397">
                  <a:extLst>
                    <a:ext uri="{FF2B5EF4-FFF2-40B4-BE49-F238E27FC236}">
                      <a16:creationId xmlns:a16="http://schemas.microsoft.com/office/drawing/2014/main" id="{43A36D6E-C684-417D-AAEA-878DA90E97E4}"/>
                    </a:ext>
                  </a:extLst>
                </p:cNvPr>
                <p:cNvSpPr txBox="1"/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7DD1F3B-8FD5-58DC-B552-AADFFB2A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E08A4C99-EE50-448A-91A6-E6EB982D46DF}"/>
              </a:ext>
            </a:extLst>
          </p:cNvPr>
          <p:cNvGrpSpPr/>
          <p:nvPr/>
        </p:nvGrpSpPr>
        <p:grpSpPr>
          <a:xfrm rot="5400000">
            <a:off x="14772904" y="5710695"/>
            <a:ext cx="1953291" cy="1251081"/>
            <a:chOff x="24932635" y="1123648"/>
            <a:chExt cx="1953291" cy="1251081"/>
          </a:xfrm>
        </p:grpSpPr>
        <p:sp>
          <p:nvSpPr>
            <p:cNvPr id="400" name="Freeform 494">
              <a:extLst>
                <a:ext uri="{FF2B5EF4-FFF2-40B4-BE49-F238E27FC236}">
                  <a16:creationId xmlns:a16="http://schemas.microsoft.com/office/drawing/2014/main" id="{6D53BF4F-2FFE-4DAA-A2CA-6F68A2EA0E8E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1" name="Pie 493">
              <a:extLst>
                <a:ext uri="{FF2B5EF4-FFF2-40B4-BE49-F238E27FC236}">
                  <a16:creationId xmlns:a16="http://schemas.microsoft.com/office/drawing/2014/main" id="{A88D124E-0404-49C6-BABC-1893108D1552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7CE78D03-45A8-408C-9FB1-0700195389BC}"/>
              </a:ext>
            </a:extLst>
          </p:cNvPr>
          <p:cNvGrpSpPr/>
          <p:nvPr/>
        </p:nvGrpSpPr>
        <p:grpSpPr>
          <a:xfrm rot="5400000">
            <a:off x="1334867" y="14349298"/>
            <a:ext cx="1953291" cy="1251081"/>
            <a:chOff x="24932635" y="1123648"/>
            <a:chExt cx="1953291" cy="1251081"/>
          </a:xfrm>
        </p:grpSpPr>
        <p:sp>
          <p:nvSpPr>
            <p:cNvPr id="403" name="Freeform 494">
              <a:extLst>
                <a:ext uri="{FF2B5EF4-FFF2-40B4-BE49-F238E27FC236}">
                  <a16:creationId xmlns:a16="http://schemas.microsoft.com/office/drawing/2014/main" id="{15B503E1-5E82-4709-AFEB-F683B5F4BD5B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Pie 493">
              <a:extLst>
                <a:ext uri="{FF2B5EF4-FFF2-40B4-BE49-F238E27FC236}">
                  <a16:creationId xmlns:a16="http://schemas.microsoft.com/office/drawing/2014/main" id="{FE086A5D-6BBA-4BBA-9288-9D84EAA5524F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45AA7E62-28DD-40D5-8984-555C2461CDF8}"/>
              </a:ext>
            </a:extLst>
          </p:cNvPr>
          <p:cNvGrpSpPr/>
          <p:nvPr/>
        </p:nvGrpSpPr>
        <p:grpSpPr>
          <a:xfrm>
            <a:off x="5239329" y="18789005"/>
            <a:ext cx="652922" cy="720022"/>
            <a:chOff x="36090295" y="3317783"/>
            <a:chExt cx="652922" cy="720022"/>
          </a:xfrm>
        </p:grpSpPr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178EB406-40D0-48CC-8321-4BF546FBEE13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56B603C0-10F4-4E28-9EEF-C3273E98BA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0E2E16D2-4830-4DB7-9E8C-311E4C3C6253}"/>
              </a:ext>
            </a:extLst>
          </p:cNvPr>
          <p:cNvCxnSpPr>
            <a:cxnSpLocks/>
          </p:cNvCxnSpPr>
          <p:nvPr/>
        </p:nvCxnSpPr>
        <p:spPr>
          <a:xfrm flipH="1" flipV="1">
            <a:off x="5601990" y="16594463"/>
            <a:ext cx="2908265" cy="10462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81B0BAD4-7AFE-4E6B-A466-57609F44D653}"/>
              </a:ext>
            </a:extLst>
          </p:cNvPr>
          <p:cNvCxnSpPr>
            <a:cxnSpLocks/>
          </p:cNvCxnSpPr>
          <p:nvPr/>
        </p:nvCxnSpPr>
        <p:spPr>
          <a:xfrm flipV="1">
            <a:off x="8469213" y="16600754"/>
            <a:ext cx="0" cy="1810209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38CAB00B-EACA-4090-8506-CF79DED2A93D}"/>
              </a:ext>
            </a:extLst>
          </p:cNvPr>
          <p:cNvCxnSpPr>
            <a:cxnSpLocks/>
          </p:cNvCxnSpPr>
          <p:nvPr/>
        </p:nvCxnSpPr>
        <p:spPr>
          <a:xfrm flipV="1">
            <a:off x="5571736" y="14306488"/>
            <a:ext cx="0" cy="5540337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C3D1096B-6E3F-4A32-BF07-55D4F3233E78}"/>
              </a:ext>
            </a:extLst>
          </p:cNvPr>
          <p:cNvCxnSpPr>
            <a:cxnSpLocks/>
          </p:cNvCxnSpPr>
          <p:nvPr/>
        </p:nvCxnSpPr>
        <p:spPr>
          <a:xfrm flipH="1" flipV="1">
            <a:off x="8475959" y="18395808"/>
            <a:ext cx="8425648" cy="30310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130D7D27-302A-43EA-93DC-3FADE10967F0}"/>
              </a:ext>
            </a:extLst>
          </p:cNvPr>
          <p:cNvCxnSpPr>
            <a:cxnSpLocks/>
          </p:cNvCxnSpPr>
          <p:nvPr/>
        </p:nvCxnSpPr>
        <p:spPr>
          <a:xfrm flipH="1" flipV="1">
            <a:off x="2338347" y="19119119"/>
            <a:ext cx="3223797" cy="20588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D19A16F8-F0D8-4E73-971D-3148A8DA7969}"/>
              </a:ext>
            </a:extLst>
          </p:cNvPr>
          <p:cNvCxnSpPr>
            <a:cxnSpLocks/>
          </p:cNvCxnSpPr>
          <p:nvPr/>
        </p:nvCxnSpPr>
        <p:spPr>
          <a:xfrm flipV="1">
            <a:off x="2338346" y="15970460"/>
            <a:ext cx="0" cy="3194393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61A2A075-A4FA-462C-B599-8D794C452008}"/>
              </a:ext>
            </a:extLst>
          </p:cNvPr>
          <p:cNvSpPr txBox="1"/>
          <p:nvPr/>
        </p:nvSpPr>
        <p:spPr>
          <a:xfrm>
            <a:off x="1229177" y="13202226"/>
            <a:ext cx="1942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Wavelength Measure</a:t>
            </a:r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7F9ABE40-F06C-49B9-8C3D-45426C474E75}"/>
              </a:ext>
            </a:extLst>
          </p:cNvPr>
          <p:cNvCxnSpPr>
            <a:cxnSpLocks/>
          </p:cNvCxnSpPr>
          <p:nvPr/>
        </p:nvCxnSpPr>
        <p:spPr>
          <a:xfrm flipV="1">
            <a:off x="15767178" y="7312856"/>
            <a:ext cx="0" cy="8559073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4B2E289B-7141-4B29-9B72-BA28A4D39DAB}"/>
              </a:ext>
            </a:extLst>
          </p:cNvPr>
          <p:cNvCxnSpPr>
            <a:cxnSpLocks/>
          </p:cNvCxnSpPr>
          <p:nvPr/>
        </p:nvCxnSpPr>
        <p:spPr>
          <a:xfrm flipV="1">
            <a:off x="11527713" y="14353329"/>
            <a:ext cx="0" cy="1537651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1E713CB-D5B9-4EA9-A1D3-C9673DBD3CFD}"/>
              </a:ext>
            </a:extLst>
          </p:cNvPr>
          <p:cNvCxnSpPr>
            <a:cxnSpLocks/>
          </p:cNvCxnSpPr>
          <p:nvPr/>
        </p:nvCxnSpPr>
        <p:spPr>
          <a:xfrm flipH="1" flipV="1">
            <a:off x="11538525" y="15880700"/>
            <a:ext cx="4193895" cy="23342"/>
          </a:xfrm>
          <a:prstGeom prst="line">
            <a:avLst/>
          </a:prstGeom>
          <a:ln w="60325">
            <a:solidFill>
              <a:srgbClr val="C00000">
                <a:alpha val="4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Rectangle 419">
            <a:extLst>
              <a:ext uri="{FF2B5EF4-FFF2-40B4-BE49-F238E27FC236}">
                <a16:creationId xmlns:a16="http://schemas.microsoft.com/office/drawing/2014/main" id="{D9356BE2-3A65-43EA-99C8-7D695091D8D0}"/>
              </a:ext>
            </a:extLst>
          </p:cNvPr>
          <p:cNvSpPr/>
          <p:nvPr/>
        </p:nvSpPr>
        <p:spPr>
          <a:xfrm>
            <a:off x="9404450" y="1643520"/>
            <a:ext cx="4268148" cy="12690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L1 Amp</a:t>
            </a:r>
          </a:p>
        </p:txBody>
      </p:sp>
      <p:sp>
        <p:nvSpPr>
          <p:cNvPr id="421" name="Freeform: Shape 420">
            <a:extLst>
              <a:ext uri="{FF2B5EF4-FFF2-40B4-BE49-F238E27FC236}">
                <a16:creationId xmlns:a16="http://schemas.microsoft.com/office/drawing/2014/main" id="{C06F8C19-5576-48F6-9763-811D4350F1E9}"/>
              </a:ext>
            </a:extLst>
          </p:cNvPr>
          <p:cNvSpPr/>
          <p:nvPr/>
        </p:nvSpPr>
        <p:spPr>
          <a:xfrm>
            <a:off x="11430000" y="289783"/>
            <a:ext cx="9126859" cy="18036317"/>
          </a:xfrm>
          <a:custGeom>
            <a:avLst/>
            <a:gdLst>
              <a:gd name="connsiteX0" fmla="*/ 7486650 w 9126859"/>
              <a:gd name="connsiteY0" fmla="*/ 18036317 h 18036317"/>
              <a:gd name="connsiteX1" fmla="*/ 8858250 w 9126859"/>
              <a:gd name="connsiteY1" fmla="*/ 2434367 h 18036317"/>
              <a:gd name="connsiteX2" fmla="*/ 2781300 w 9126859"/>
              <a:gd name="connsiteY2" fmla="*/ 15017 h 18036317"/>
              <a:gd name="connsiteX3" fmla="*/ 0 w 9126859"/>
              <a:gd name="connsiteY3" fmla="*/ 1348517 h 18036317"/>
              <a:gd name="connsiteX4" fmla="*/ 0 w 9126859"/>
              <a:gd name="connsiteY4" fmla="*/ 1348517 h 18036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6859" h="18036317">
                <a:moveTo>
                  <a:pt x="7486650" y="18036317"/>
                </a:moveTo>
                <a:cubicBezTo>
                  <a:pt x="8564562" y="11737117"/>
                  <a:pt x="9642475" y="5437917"/>
                  <a:pt x="8858250" y="2434367"/>
                </a:cubicBezTo>
                <a:cubicBezTo>
                  <a:pt x="8074025" y="-569183"/>
                  <a:pt x="4257675" y="195992"/>
                  <a:pt x="2781300" y="15017"/>
                </a:cubicBezTo>
                <a:cubicBezTo>
                  <a:pt x="1304925" y="-165958"/>
                  <a:pt x="0" y="1348517"/>
                  <a:pt x="0" y="1348517"/>
                </a:cubicBezTo>
                <a:lnTo>
                  <a:pt x="0" y="1348517"/>
                </a:lnTo>
              </a:path>
            </a:pathLst>
          </a:cu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99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9709DCF-F35B-44E8-9BC7-3375D0BE8801}"/>
              </a:ext>
            </a:extLst>
          </p:cNvPr>
          <p:cNvGrpSpPr/>
          <p:nvPr/>
        </p:nvGrpSpPr>
        <p:grpSpPr>
          <a:xfrm>
            <a:off x="20559827" y="1643520"/>
            <a:ext cx="2173135" cy="1047492"/>
            <a:chOff x="36426745" y="1307682"/>
            <a:chExt cx="2173135" cy="10474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F479EC-3649-4B0B-9925-A825D5EF6BCB}"/>
                </a:ext>
              </a:extLst>
            </p:cNvPr>
            <p:cNvSpPr/>
            <p:nvPr/>
          </p:nvSpPr>
          <p:spPr>
            <a:xfrm>
              <a:off x="36426745" y="2088664"/>
              <a:ext cx="1042110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7" name="Rounded Rectangle 175">
              <a:extLst>
                <a:ext uri="{FF2B5EF4-FFF2-40B4-BE49-F238E27FC236}">
                  <a16:creationId xmlns:a16="http://schemas.microsoft.com/office/drawing/2014/main" id="{05CBC564-01D5-4D35-B008-67E840DC1DCF}"/>
                </a:ext>
              </a:extLst>
            </p:cNvPr>
            <p:cNvSpPr/>
            <p:nvPr/>
          </p:nvSpPr>
          <p:spPr>
            <a:xfrm>
              <a:off x="36443937" y="1590513"/>
              <a:ext cx="1042110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425EE2-AD91-4F3B-9586-5B73CC219086}"/>
                    </a:ext>
                  </a:extLst>
                </p:cNvPr>
                <p:cNvSpPr txBox="1"/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BD999F8-B9BE-3FC2-03A7-1DF59FA46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63077" y="1831954"/>
                  <a:ext cx="123680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9AC04E-E034-47E3-BB64-94B66044C4C8}"/>
                    </a:ext>
                  </a:extLst>
                </p:cNvPr>
                <p:cNvSpPr txBox="1"/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7DD1F3B-8FD5-58DC-B552-AADFFB2AC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1422" y="1307682"/>
                  <a:ext cx="93584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5D6BE35-FF5C-4BE0-93FB-48D45DB29CCD}"/>
              </a:ext>
            </a:extLst>
          </p:cNvPr>
          <p:cNvSpPr txBox="1"/>
          <p:nvPr/>
        </p:nvSpPr>
        <p:spPr>
          <a:xfrm>
            <a:off x="21951193" y="3013146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Beam dump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8F484E-E1B6-41C1-97B4-0A78A01A2CF1}"/>
              </a:ext>
            </a:extLst>
          </p:cNvPr>
          <p:cNvSpPr txBox="1"/>
          <p:nvPr/>
        </p:nvSpPr>
        <p:spPr>
          <a:xfrm>
            <a:off x="22083200" y="420467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PBS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4511E1-5049-40FB-B3BF-89CA0BE7BFC8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540006" y="6667838"/>
            <a:ext cx="946187" cy="604732"/>
            <a:chOff x="7039330" y="13503713"/>
            <a:chExt cx="1296295" cy="83407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982310-E83C-47F5-A3B3-F5937B6776D0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9F44B7F-5C5C-4453-A45D-205277E875DD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95052B5-090E-475D-BB83-5EA8D7EA9B2D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D76EA00-CA5E-48EB-A093-3B49CAD757EC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8D94E38-7490-48D2-AE1E-7DDC93098D7F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79C85A-A622-4CC5-AF32-703FCA7ADFC0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6C63413-70FF-4107-B2BD-DF163ABE03A7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092FD62-472B-4F8F-B0CF-326A9FF3D862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6F70F7C-BE53-4347-B518-D842917BCDBC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1E92BAE-5153-4F42-BD9D-C56074E972B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B2E310F-A1D2-484B-ADE6-D6A98D2A423D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B63985-903A-4E09-9BCB-2A5EE9F87736}"/>
              </a:ext>
            </a:extLst>
          </p:cNvPr>
          <p:cNvSpPr txBox="1"/>
          <p:nvPr/>
        </p:nvSpPr>
        <p:spPr>
          <a:xfrm>
            <a:off x="21793640" y="665218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0.5/1</a:t>
            </a:r>
            <a:r>
              <a:rPr lang="en-US" sz="2800" dirty="0"/>
              <a:t>inch Mirror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99C1A5-E207-498A-B1B1-5442784B3A16}"/>
              </a:ext>
            </a:extLst>
          </p:cNvPr>
          <p:cNvGrpSpPr>
            <a:grpSpLocks noChangeAspect="1"/>
          </p:cNvGrpSpPr>
          <p:nvPr/>
        </p:nvGrpSpPr>
        <p:grpSpPr>
          <a:xfrm rot="6130690">
            <a:off x="20189052" y="7923590"/>
            <a:ext cx="1630731" cy="1042241"/>
            <a:chOff x="7039330" y="13503713"/>
            <a:chExt cx="1296295" cy="83407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2FA566-8EED-4048-A06E-C5A5065644CA}"/>
                </a:ext>
              </a:extLst>
            </p:cNvPr>
            <p:cNvCxnSpPr/>
            <p:nvPr/>
          </p:nvCxnSpPr>
          <p:spPr>
            <a:xfrm>
              <a:off x="7039330" y="13553766"/>
              <a:ext cx="1130260" cy="78402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789C574-EA72-4CD1-A9AC-A623A8672E17}"/>
                </a:ext>
              </a:extLst>
            </p:cNvPr>
            <p:cNvGrpSpPr/>
            <p:nvPr/>
          </p:nvGrpSpPr>
          <p:grpSpPr>
            <a:xfrm rot="21183092">
              <a:off x="7095113" y="13503713"/>
              <a:ext cx="1240512" cy="743914"/>
              <a:chOff x="7069902" y="13560860"/>
              <a:chExt cx="2013138" cy="929533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6ADFA96-0D14-4C2A-82A2-28614DC7FFF2}"/>
                  </a:ext>
                </a:extLst>
              </p:cNvPr>
              <p:cNvCxnSpPr/>
              <p:nvPr/>
            </p:nvCxnSpPr>
            <p:spPr>
              <a:xfrm>
                <a:off x="7069902" y="1356086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DC2C32-AB9F-4F6D-B644-8DE659EC6310}"/>
                  </a:ext>
                </a:extLst>
              </p:cNvPr>
              <p:cNvCxnSpPr/>
              <p:nvPr/>
            </p:nvCxnSpPr>
            <p:spPr>
              <a:xfrm>
                <a:off x="7398569" y="1379440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4E171AC-1521-4AF9-B7EF-753D2838ABAD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76ACE28-4892-49B5-B505-77618C9AE19C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E010B6B-F4A6-4950-B92A-009809BFDE55}"/>
                  </a:ext>
                </a:extLst>
              </p:cNvPr>
              <p:cNvCxnSpPr/>
              <p:nvPr/>
            </p:nvCxnSpPr>
            <p:spPr>
              <a:xfrm>
                <a:off x="7575567" y="1390459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9636F01-DE7A-49EE-AD98-26446A6B1C66}"/>
                  </a:ext>
                </a:extLst>
              </p:cNvPr>
              <p:cNvCxnSpPr/>
              <p:nvPr/>
            </p:nvCxnSpPr>
            <p:spPr>
              <a:xfrm>
                <a:off x="7246900" y="1368641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71F57233-98F5-479F-9435-557E51394528}"/>
                  </a:ext>
                </a:extLst>
              </p:cNvPr>
              <p:cNvCxnSpPr/>
              <p:nvPr/>
            </p:nvCxnSpPr>
            <p:spPr>
              <a:xfrm>
                <a:off x="8083217" y="14260206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9E42317-AA42-4C15-88DC-40C424D3213B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8DD850F-EB3B-4FB6-BB70-B2CAEA2142EF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359290-4A44-40EF-9474-8178C235D03F}"/>
              </a:ext>
            </a:extLst>
          </p:cNvPr>
          <p:cNvSpPr txBox="1"/>
          <p:nvPr/>
        </p:nvSpPr>
        <p:spPr>
          <a:xfrm>
            <a:off x="21827930" y="7768515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 </a:t>
            </a:r>
            <a:r>
              <a:rPr lang="en-US" sz="2800" dirty="0"/>
              <a:t>2 inch Mirror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6A2E88-B19F-4A5D-9764-257F78B4288C}"/>
              </a:ext>
            </a:extLst>
          </p:cNvPr>
          <p:cNvSpPr txBox="1"/>
          <p:nvPr/>
        </p:nvSpPr>
        <p:spPr>
          <a:xfrm>
            <a:off x="22616600" y="5197815"/>
            <a:ext cx="74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9FC36C-2BE1-4CD7-883A-6A383B803FBF}"/>
              </a:ext>
            </a:extLst>
          </p:cNvPr>
          <p:cNvGrpSpPr>
            <a:grpSpLocks noChangeAspect="1"/>
          </p:cNvGrpSpPr>
          <p:nvPr/>
        </p:nvGrpSpPr>
        <p:grpSpPr>
          <a:xfrm>
            <a:off x="20691426" y="5127614"/>
            <a:ext cx="893745" cy="808015"/>
            <a:chOff x="10449840" y="13716000"/>
            <a:chExt cx="415805" cy="37592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B07D29F-66FA-47E5-865F-5A7627C5BB2C}"/>
                </a:ext>
              </a:extLst>
            </p:cNvPr>
            <p:cNvSpPr/>
            <p:nvPr/>
          </p:nvSpPr>
          <p:spPr>
            <a:xfrm>
              <a:off x="10449840" y="13716000"/>
              <a:ext cx="415805" cy="37592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87000"/>
              </a:schemeClr>
            </a:solidFill>
            <a:ln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1B4672C-1847-49E0-A6D1-BCB93C2B5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1584" y="13717547"/>
              <a:ext cx="401955" cy="371475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AF93460-0C3F-4326-8893-4131BF6D8EF3}"/>
              </a:ext>
            </a:extLst>
          </p:cNvPr>
          <p:cNvSpPr/>
          <p:nvPr/>
        </p:nvSpPr>
        <p:spPr>
          <a:xfrm>
            <a:off x="20842365" y="9623414"/>
            <a:ext cx="243840" cy="1173480"/>
          </a:xfrm>
          <a:prstGeom prst="roundRect">
            <a:avLst/>
          </a:prstGeom>
          <a:solidFill>
            <a:srgbClr val="371B9D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7B7926-AF94-4CFE-B39A-1F1258C7CC9E}"/>
              </a:ext>
            </a:extLst>
          </p:cNvPr>
          <p:cNvSpPr txBox="1"/>
          <p:nvPr/>
        </p:nvSpPr>
        <p:spPr>
          <a:xfrm>
            <a:off x="21874592" y="9879167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Filter for 795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B3D134-CDE4-4336-9469-EE76C30A2AF6}"/>
              </a:ext>
            </a:extLst>
          </p:cNvPr>
          <p:cNvGrpSpPr/>
          <p:nvPr/>
        </p:nvGrpSpPr>
        <p:grpSpPr>
          <a:xfrm>
            <a:off x="20696916" y="3019128"/>
            <a:ext cx="826893" cy="573256"/>
            <a:chOff x="12042239" y="11213695"/>
            <a:chExt cx="474882" cy="2126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5" name="Rounded Rectangle 539">
              <a:extLst>
                <a:ext uri="{FF2B5EF4-FFF2-40B4-BE49-F238E27FC236}">
                  <a16:creationId xmlns:a16="http://schemas.microsoft.com/office/drawing/2014/main" id="{9CDD6E34-2E3B-4A8A-941F-08128BE8B4FD}"/>
                </a:ext>
              </a:extLst>
            </p:cNvPr>
            <p:cNvSpPr/>
            <p:nvPr/>
          </p:nvSpPr>
          <p:spPr>
            <a:xfrm>
              <a:off x="12042239" y="11357661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6" name="Rounded Rectangle 540">
              <a:extLst>
                <a:ext uri="{FF2B5EF4-FFF2-40B4-BE49-F238E27FC236}">
                  <a16:creationId xmlns:a16="http://schemas.microsoft.com/office/drawing/2014/main" id="{5BCA7915-CFEE-43D1-8929-472687EF63F9}"/>
                </a:ext>
              </a:extLst>
            </p:cNvPr>
            <p:cNvSpPr/>
            <p:nvPr/>
          </p:nvSpPr>
          <p:spPr>
            <a:xfrm>
              <a:off x="12042239" y="11288609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7" name="Rounded Rectangle 541">
              <a:extLst>
                <a:ext uri="{FF2B5EF4-FFF2-40B4-BE49-F238E27FC236}">
                  <a16:creationId xmlns:a16="http://schemas.microsoft.com/office/drawing/2014/main" id="{21E50B2E-4593-4C1E-A110-EFA550C25F68}"/>
                </a:ext>
              </a:extLst>
            </p:cNvPr>
            <p:cNvSpPr/>
            <p:nvPr/>
          </p:nvSpPr>
          <p:spPr>
            <a:xfrm>
              <a:off x="12042239" y="11213695"/>
              <a:ext cx="474882" cy="68702"/>
            </a:xfrm>
            <a:prstGeom prst="round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5872CAC-20BA-4DA8-9A49-5ABA40C85803}"/>
              </a:ext>
            </a:extLst>
          </p:cNvPr>
          <p:cNvSpPr txBox="1"/>
          <p:nvPr/>
        </p:nvSpPr>
        <p:spPr>
          <a:xfrm>
            <a:off x="21783152" y="129367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Lens</a:t>
            </a:r>
          </a:p>
        </p:txBody>
      </p:sp>
      <p:sp>
        <p:nvSpPr>
          <p:cNvPr id="49" name="Chord 48">
            <a:extLst>
              <a:ext uri="{FF2B5EF4-FFF2-40B4-BE49-F238E27FC236}">
                <a16:creationId xmlns:a16="http://schemas.microsoft.com/office/drawing/2014/main" id="{9BE23323-7187-42A7-B2A7-831521864674}"/>
              </a:ext>
            </a:extLst>
          </p:cNvPr>
          <p:cNvSpPr>
            <a:spLocks noChangeAspect="1"/>
          </p:cNvSpPr>
          <p:nvPr/>
        </p:nvSpPr>
        <p:spPr>
          <a:xfrm rot="18954449">
            <a:off x="20891635" y="12594235"/>
            <a:ext cx="1595152" cy="1595152"/>
          </a:xfrm>
          <a:prstGeom prst="chord">
            <a:avLst>
              <a:gd name="adj1" fmla="val 10380880"/>
              <a:gd name="adj2" fmla="val 16200000"/>
            </a:avLst>
          </a:prstGeom>
          <a:solidFill>
            <a:schemeClr val="accent4">
              <a:lumMod val="75000"/>
              <a:alpha val="4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B4E90E-0659-444D-B024-2F1C9FAB101F}"/>
              </a:ext>
            </a:extLst>
          </p:cNvPr>
          <p:cNvGrpSpPr>
            <a:grpSpLocks noChangeAspect="1"/>
          </p:cNvGrpSpPr>
          <p:nvPr/>
        </p:nvGrpSpPr>
        <p:grpSpPr>
          <a:xfrm>
            <a:off x="20367398" y="14595426"/>
            <a:ext cx="1597055" cy="1662589"/>
            <a:chOff x="15614409" y="10984620"/>
            <a:chExt cx="1597055" cy="1662589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34DA335-E7D5-40BE-9FD1-13AD442D7BAF}"/>
                </a:ext>
              </a:extLst>
            </p:cNvPr>
            <p:cNvCxnSpPr/>
            <p:nvPr/>
          </p:nvCxnSpPr>
          <p:spPr>
            <a:xfrm>
              <a:off x="15819120" y="1132840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FDD0FCF-A0D0-488E-B8E0-CCEC2777D3AA}"/>
                </a:ext>
              </a:extLst>
            </p:cNvPr>
            <p:cNvCxnSpPr/>
            <p:nvPr/>
          </p:nvCxnSpPr>
          <p:spPr>
            <a:xfrm>
              <a:off x="17003776" y="11318240"/>
              <a:ext cx="0" cy="9855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hord 52">
              <a:extLst>
                <a:ext uri="{FF2B5EF4-FFF2-40B4-BE49-F238E27FC236}">
                  <a16:creationId xmlns:a16="http://schemas.microsoft.com/office/drawing/2014/main" id="{A0E83237-D444-42A5-888C-3CC4327022BA}"/>
                </a:ext>
              </a:extLst>
            </p:cNvPr>
            <p:cNvSpPr>
              <a:spLocks noChangeAspect="1"/>
            </p:cNvSpPr>
            <p:nvPr/>
          </p:nvSpPr>
          <p:spPr>
            <a:xfrm rot="2893358">
              <a:off x="15616312" y="11052057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hord 53">
              <a:extLst>
                <a:ext uri="{FF2B5EF4-FFF2-40B4-BE49-F238E27FC236}">
                  <a16:creationId xmlns:a16="http://schemas.microsoft.com/office/drawing/2014/main" id="{B1050186-8E11-496B-B1A3-434EB3ADC2B6}"/>
                </a:ext>
              </a:extLst>
            </p:cNvPr>
            <p:cNvSpPr>
              <a:spLocks noChangeAspect="1"/>
            </p:cNvSpPr>
            <p:nvPr/>
          </p:nvSpPr>
          <p:spPr>
            <a:xfrm rot="13677858">
              <a:off x="15614409" y="10984620"/>
              <a:ext cx="1595152" cy="1595152"/>
            </a:xfrm>
            <a:prstGeom prst="chord">
              <a:avLst>
                <a:gd name="adj1" fmla="val 10380880"/>
                <a:gd name="adj2" fmla="val 16200000"/>
              </a:avLst>
            </a:prstGeom>
            <a:solidFill>
              <a:schemeClr val="accent4">
                <a:lumMod val="75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C4CDCAA-A836-4C9E-971C-4375A4194FE2}"/>
              </a:ext>
            </a:extLst>
          </p:cNvPr>
          <p:cNvSpPr txBox="1"/>
          <p:nvPr/>
        </p:nvSpPr>
        <p:spPr>
          <a:xfrm>
            <a:off x="22133672" y="1515675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Telescope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78996C-512A-42B2-B817-FEEF6D989188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20996236" y="16609604"/>
            <a:ext cx="336616" cy="2268499"/>
            <a:chOff x="19674840" y="17815560"/>
            <a:chExt cx="350520" cy="236220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96C667C-7518-435A-AAAE-7FE8BC20291F}"/>
                </a:ext>
              </a:extLst>
            </p:cNvPr>
            <p:cNvGrpSpPr/>
            <p:nvPr/>
          </p:nvGrpSpPr>
          <p:grpSpPr>
            <a:xfrm>
              <a:off x="19674840" y="17815560"/>
              <a:ext cx="350520" cy="2362200"/>
              <a:chOff x="19674840" y="17815560"/>
              <a:chExt cx="350520" cy="23622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99C1FAB-0A24-4579-9F2D-96B3E691A384}"/>
                  </a:ext>
                </a:extLst>
              </p:cNvPr>
              <p:cNvSpPr/>
              <p:nvPr/>
            </p:nvSpPr>
            <p:spPr>
              <a:xfrm>
                <a:off x="19674840" y="17815560"/>
                <a:ext cx="350520" cy="236220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9FBA00A-FE88-4416-BAC1-D68187963B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751163" y="18329910"/>
                <a:ext cx="197875" cy="13335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55062BF-75EB-4AB8-B3A9-DEBAEE745F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06982" y="18706080"/>
              <a:ext cx="86237" cy="58116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C881370-FF02-40DB-B36E-B21CF9B0A17E}"/>
              </a:ext>
            </a:extLst>
          </p:cNvPr>
          <p:cNvSpPr txBox="1"/>
          <p:nvPr/>
        </p:nvSpPr>
        <p:spPr>
          <a:xfrm>
            <a:off x="22380052" y="17318292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Iris</a:t>
            </a:r>
          </a:p>
        </p:txBody>
      </p:sp>
      <p:sp>
        <p:nvSpPr>
          <p:cNvPr id="62" name="Pie 493">
            <a:extLst>
              <a:ext uri="{FF2B5EF4-FFF2-40B4-BE49-F238E27FC236}">
                <a16:creationId xmlns:a16="http://schemas.microsoft.com/office/drawing/2014/main" id="{A339C7C3-94F3-46D1-9069-780880879F80}"/>
              </a:ext>
            </a:extLst>
          </p:cNvPr>
          <p:cNvSpPr>
            <a:spLocks noChangeAspect="1"/>
          </p:cNvSpPr>
          <p:nvPr/>
        </p:nvSpPr>
        <p:spPr>
          <a:xfrm rot="5400000" flipH="1">
            <a:off x="20537297" y="11609265"/>
            <a:ext cx="866485" cy="563299"/>
          </a:xfrm>
          <a:prstGeom prst="flowChartManualOperation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6D6A40-8235-44FF-95DD-5707D07AA73E}"/>
              </a:ext>
            </a:extLst>
          </p:cNvPr>
          <p:cNvSpPr txBox="1"/>
          <p:nvPr/>
        </p:nvSpPr>
        <p:spPr>
          <a:xfrm>
            <a:off x="21573618" y="11680012"/>
            <a:ext cx="252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Variable collimator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051655-4682-4A38-97AA-74E06DA6F96C}"/>
              </a:ext>
            </a:extLst>
          </p:cNvPr>
          <p:cNvGrpSpPr/>
          <p:nvPr/>
        </p:nvGrpSpPr>
        <p:grpSpPr>
          <a:xfrm>
            <a:off x="20803700" y="4079137"/>
            <a:ext cx="652922" cy="720022"/>
            <a:chOff x="36090295" y="3317783"/>
            <a:chExt cx="652922" cy="72002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7A5A6B-5F90-42D6-B236-609ECA66C220}"/>
                </a:ext>
              </a:extLst>
            </p:cNvPr>
            <p:cNvSpPr/>
            <p:nvPr/>
          </p:nvSpPr>
          <p:spPr>
            <a:xfrm rot="5400000" flipV="1">
              <a:off x="36056044" y="3357924"/>
              <a:ext cx="714132" cy="64563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7000"/>
              </a:schemeClr>
            </a:solidFill>
            <a:ln>
              <a:solidFill>
                <a:schemeClr val="bg1">
                  <a:lumMod val="65000"/>
                  <a:alpha val="7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B92050B-0F19-4B0A-BE89-62EDBC2FA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11180" y="3317783"/>
              <a:ext cx="632037" cy="705577"/>
            </a:xfrm>
            <a:prstGeom prst="line">
              <a:avLst/>
            </a:prstGeom>
            <a:ln w="19050">
              <a:solidFill>
                <a:schemeClr val="bg1">
                  <a:lumMod val="65000"/>
                  <a:alpha val="94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E888EC90-B352-4D38-B556-2783DF5E7316}"/>
              </a:ext>
            </a:extLst>
          </p:cNvPr>
          <p:cNvSpPr/>
          <p:nvPr/>
        </p:nvSpPr>
        <p:spPr>
          <a:xfrm rot="2391979">
            <a:off x="22019897" y="4847669"/>
            <a:ext cx="304800" cy="1341120"/>
          </a:xfrm>
          <a:prstGeom prst="ellipse">
            <a:avLst/>
          </a:prstGeom>
          <a:solidFill>
            <a:schemeClr val="accent2">
              <a:alpha val="3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2B87CE90-283E-4F9F-8701-A871E7280AAD}"/>
              </a:ext>
            </a:extLst>
          </p:cNvPr>
          <p:cNvSpPr txBox="1"/>
          <p:nvPr/>
        </p:nvSpPr>
        <p:spPr>
          <a:xfrm>
            <a:off x="22133672" y="20111461"/>
            <a:ext cx="338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AOM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4C42BB45-BEB8-4A38-89C7-C5CB130F6FAB}"/>
              </a:ext>
            </a:extLst>
          </p:cNvPr>
          <p:cNvSpPr/>
          <p:nvPr/>
        </p:nvSpPr>
        <p:spPr>
          <a:xfrm>
            <a:off x="20389187" y="19770056"/>
            <a:ext cx="1625938" cy="11665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AOM</a:t>
            </a:r>
          </a:p>
        </p:txBody>
      </p: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EF5632DC-4B3F-4443-B490-CF87D659DE32}"/>
              </a:ext>
            </a:extLst>
          </p:cNvPr>
          <p:cNvGrpSpPr/>
          <p:nvPr/>
        </p:nvGrpSpPr>
        <p:grpSpPr>
          <a:xfrm>
            <a:off x="24932635" y="1123648"/>
            <a:ext cx="1953291" cy="1251081"/>
            <a:chOff x="24932635" y="1123648"/>
            <a:chExt cx="1953291" cy="1251081"/>
          </a:xfrm>
        </p:grpSpPr>
        <p:sp>
          <p:nvSpPr>
            <p:cNvPr id="429" name="Freeform 494">
              <a:extLst>
                <a:ext uri="{FF2B5EF4-FFF2-40B4-BE49-F238E27FC236}">
                  <a16:creationId xmlns:a16="http://schemas.microsoft.com/office/drawing/2014/main" id="{337717A0-1DAA-43BB-BF18-E5DC720B2EFF}"/>
                </a:ext>
              </a:extLst>
            </p:cNvPr>
            <p:cNvSpPr/>
            <p:nvPr/>
          </p:nvSpPr>
          <p:spPr>
            <a:xfrm rot="1563107" flipH="1">
              <a:off x="24932635" y="1477680"/>
              <a:ext cx="1037219" cy="670661"/>
            </a:xfrm>
            <a:custGeom>
              <a:avLst/>
              <a:gdLst>
                <a:gd name="connsiteX0" fmla="*/ 0 w 262484"/>
                <a:gd name="connsiteY0" fmla="*/ 146546 h 209479"/>
                <a:gd name="connsiteX1" fmla="*/ 79248 w 262484"/>
                <a:gd name="connsiteY1" fmla="*/ 242 h 209479"/>
                <a:gd name="connsiteX2" fmla="*/ 42672 w 262484"/>
                <a:gd name="connsiteY2" fmla="*/ 177026 h 209479"/>
                <a:gd name="connsiteX3" fmla="*/ 134112 w 262484"/>
                <a:gd name="connsiteY3" fmla="*/ 30722 h 209479"/>
                <a:gd name="connsiteX4" fmla="*/ 109728 w 262484"/>
                <a:gd name="connsiteY4" fmla="*/ 189218 h 209479"/>
                <a:gd name="connsiteX5" fmla="*/ 182880 w 262484"/>
                <a:gd name="connsiteY5" fmla="*/ 73394 h 209479"/>
                <a:gd name="connsiteX6" fmla="*/ 188976 w 262484"/>
                <a:gd name="connsiteY6" fmla="*/ 158738 h 209479"/>
                <a:gd name="connsiteX7" fmla="*/ 256032 w 262484"/>
                <a:gd name="connsiteY7" fmla="*/ 207506 h 209479"/>
                <a:gd name="connsiteX8" fmla="*/ 256032 w 262484"/>
                <a:gd name="connsiteY8" fmla="*/ 195314 h 209479"/>
                <a:gd name="connsiteX0" fmla="*/ 0 w 300512"/>
                <a:gd name="connsiteY0" fmla="*/ 146546 h 223411"/>
                <a:gd name="connsiteX1" fmla="*/ 79248 w 300512"/>
                <a:gd name="connsiteY1" fmla="*/ 242 h 223411"/>
                <a:gd name="connsiteX2" fmla="*/ 42672 w 300512"/>
                <a:gd name="connsiteY2" fmla="*/ 177026 h 223411"/>
                <a:gd name="connsiteX3" fmla="*/ 134112 w 300512"/>
                <a:gd name="connsiteY3" fmla="*/ 30722 h 223411"/>
                <a:gd name="connsiteX4" fmla="*/ 109728 w 300512"/>
                <a:gd name="connsiteY4" fmla="*/ 189218 h 223411"/>
                <a:gd name="connsiteX5" fmla="*/ 182880 w 300512"/>
                <a:gd name="connsiteY5" fmla="*/ 73394 h 223411"/>
                <a:gd name="connsiteX6" fmla="*/ 188976 w 300512"/>
                <a:gd name="connsiteY6" fmla="*/ 158738 h 223411"/>
                <a:gd name="connsiteX7" fmla="*/ 256032 w 300512"/>
                <a:gd name="connsiteY7" fmla="*/ 207506 h 223411"/>
                <a:gd name="connsiteX8" fmla="*/ 299847 w 300512"/>
                <a:gd name="connsiteY8" fmla="*/ 220079 h 223411"/>
                <a:gd name="connsiteX0" fmla="*/ 0 w 256032"/>
                <a:gd name="connsiteY0" fmla="*/ 146546 h 207506"/>
                <a:gd name="connsiteX1" fmla="*/ 79248 w 256032"/>
                <a:gd name="connsiteY1" fmla="*/ 242 h 207506"/>
                <a:gd name="connsiteX2" fmla="*/ 42672 w 256032"/>
                <a:gd name="connsiteY2" fmla="*/ 177026 h 207506"/>
                <a:gd name="connsiteX3" fmla="*/ 134112 w 256032"/>
                <a:gd name="connsiteY3" fmla="*/ 30722 h 207506"/>
                <a:gd name="connsiteX4" fmla="*/ 109728 w 256032"/>
                <a:gd name="connsiteY4" fmla="*/ 189218 h 207506"/>
                <a:gd name="connsiteX5" fmla="*/ 182880 w 256032"/>
                <a:gd name="connsiteY5" fmla="*/ 73394 h 207506"/>
                <a:gd name="connsiteX6" fmla="*/ 188976 w 256032"/>
                <a:gd name="connsiteY6" fmla="*/ 158738 h 207506"/>
                <a:gd name="connsiteX7" fmla="*/ 256032 w 256032"/>
                <a:gd name="connsiteY7" fmla="*/ 207506 h 207506"/>
                <a:gd name="connsiteX0" fmla="*/ 0 w 275082"/>
                <a:gd name="connsiteY0" fmla="*/ 140948 h 207623"/>
                <a:gd name="connsiteX1" fmla="*/ 98298 w 275082"/>
                <a:gd name="connsiteY1" fmla="*/ 359 h 207623"/>
                <a:gd name="connsiteX2" fmla="*/ 61722 w 275082"/>
                <a:gd name="connsiteY2" fmla="*/ 177143 h 207623"/>
                <a:gd name="connsiteX3" fmla="*/ 153162 w 275082"/>
                <a:gd name="connsiteY3" fmla="*/ 30839 h 207623"/>
                <a:gd name="connsiteX4" fmla="*/ 128778 w 275082"/>
                <a:gd name="connsiteY4" fmla="*/ 189335 h 207623"/>
                <a:gd name="connsiteX5" fmla="*/ 201930 w 275082"/>
                <a:gd name="connsiteY5" fmla="*/ 73511 h 207623"/>
                <a:gd name="connsiteX6" fmla="*/ 208026 w 275082"/>
                <a:gd name="connsiteY6" fmla="*/ 158855 h 207623"/>
                <a:gd name="connsiteX7" fmla="*/ 275082 w 275082"/>
                <a:gd name="connsiteY7" fmla="*/ 207623 h 207623"/>
                <a:gd name="connsiteX0" fmla="*/ 0 w 275082"/>
                <a:gd name="connsiteY0" fmla="*/ 139053 h 205728"/>
                <a:gd name="connsiteX1" fmla="*/ 94488 w 275082"/>
                <a:gd name="connsiteY1" fmla="*/ 369 h 205728"/>
                <a:gd name="connsiteX2" fmla="*/ 61722 w 275082"/>
                <a:gd name="connsiteY2" fmla="*/ 175248 h 205728"/>
                <a:gd name="connsiteX3" fmla="*/ 153162 w 275082"/>
                <a:gd name="connsiteY3" fmla="*/ 28944 h 205728"/>
                <a:gd name="connsiteX4" fmla="*/ 128778 w 275082"/>
                <a:gd name="connsiteY4" fmla="*/ 187440 h 205728"/>
                <a:gd name="connsiteX5" fmla="*/ 201930 w 275082"/>
                <a:gd name="connsiteY5" fmla="*/ 71616 h 205728"/>
                <a:gd name="connsiteX6" fmla="*/ 208026 w 275082"/>
                <a:gd name="connsiteY6" fmla="*/ 156960 h 205728"/>
                <a:gd name="connsiteX7" fmla="*/ 275082 w 275082"/>
                <a:gd name="connsiteY7" fmla="*/ 205728 h 205728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53162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8778 w 275082"/>
                <a:gd name="connsiteY4" fmla="*/ 18725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62687 w 275082"/>
                <a:gd name="connsiteY3" fmla="*/ 2875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26873 w 275082"/>
                <a:gd name="connsiteY4" fmla="*/ 19677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07823 w 275082"/>
                <a:gd name="connsiteY4" fmla="*/ 192967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201930 w 275082"/>
                <a:gd name="connsiteY5" fmla="*/ 7142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4310 w 275082"/>
                <a:gd name="connsiteY5" fmla="*/ 5999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208026 w 275082"/>
                <a:gd name="connsiteY6" fmla="*/ 156772 h 205540"/>
                <a:gd name="connsiteX7" fmla="*/ 275082 w 275082"/>
                <a:gd name="connsiteY7" fmla="*/ 205540 h 205540"/>
                <a:gd name="connsiteX0" fmla="*/ 0 w 275082"/>
                <a:gd name="connsiteY0" fmla="*/ 138865 h 205540"/>
                <a:gd name="connsiteX1" fmla="*/ 94488 w 275082"/>
                <a:gd name="connsiteY1" fmla="*/ 181 h 205540"/>
                <a:gd name="connsiteX2" fmla="*/ 52197 w 275082"/>
                <a:gd name="connsiteY2" fmla="*/ 163630 h 205540"/>
                <a:gd name="connsiteX3" fmla="*/ 143637 w 275082"/>
                <a:gd name="connsiteY3" fmla="*/ 24946 h 205540"/>
                <a:gd name="connsiteX4" fmla="*/ 111633 w 275082"/>
                <a:gd name="connsiteY4" fmla="*/ 191062 h 205540"/>
                <a:gd name="connsiteX5" fmla="*/ 198120 w 275082"/>
                <a:gd name="connsiteY5" fmla="*/ 63808 h 205540"/>
                <a:gd name="connsiteX6" fmla="*/ 192786 w 275082"/>
                <a:gd name="connsiteY6" fmla="*/ 170107 h 205540"/>
                <a:gd name="connsiteX7" fmla="*/ 275082 w 275082"/>
                <a:gd name="connsiteY7" fmla="*/ 205540 h 205540"/>
                <a:gd name="connsiteX0" fmla="*/ 0 w 267462"/>
                <a:gd name="connsiteY0" fmla="*/ 138865 h 216970"/>
                <a:gd name="connsiteX1" fmla="*/ 94488 w 267462"/>
                <a:gd name="connsiteY1" fmla="*/ 181 h 216970"/>
                <a:gd name="connsiteX2" fmla="*/ 52197 w 267462"/>
                <a:gd name="connsiteY2" fmla="*/ 163630 h 216970"/>
                <a:gd name="connsiteX3" fmla="*/ 143637 w 267462"/>
                <a:gd name="connsiteY3" fmla="*/ 24946 h 216970"/>
                <a:gd name="connsiteX4" fmla="*/ 111633 w 267462"/>
                <a:gd name="connsiteY4" fmla="*/ 191062 h 216970"/>
                <a:gd name="connsiteX5" fmla="*/ 198120 w 267462"/>
                <a:gd name="connsiteY5" fmla="*/ 63808 h 216970"/>
                <a:gd name="connsiteX6" fmla="*/ 192786 w 267462"/>
                <a:gd name="connsiteY6" fmla="*/ 170107 h 216970"/>
                <a:gd name="connsiteX7" fmla="*/ 267462 w 267462"/>
                <a:gd name="connsiteY7" fmla="*/ 216970 h 216970"/>
                <a:gd name="connsiteX0" fmla="*/ 6703 w 274165"/>
                <a:gd name="connsiteY0" fmla="*/ 138755 h 216860"/>
                <a:gd name="connsiteX1" fmla="*/ 7084 w 274165"/>
                <a:gd name="connsiteY1" fmla="*/ 142946 h 216860"/>
                <a:gd name="connsiteX2" fmla="*/ 101191 w 274165"/>
                <a:gd name="connsiteY2" fmla="*/ 71 h 216860"/>
                <a:gd name="connsiteX3" fmla="*/ 58900 w 274165"/>
                <a:gd name="connsiteY3" fmla="*/ 163520 h 216860"/>
                <a:gd name="connsiteX4" fmla="*/ 150340 w 274165"/>
                <a:gd name="connsiteY4" fmla="*/ 24836 h 216860"/>
                <a:gd name="connsiteX5" fmla="*/ 118336 w 274165"/>
                <a:gd name="connsiteY5" fmla="*/ 190952 h 216860"/>
                <a:gd name="connsiteX6" fmla="*/ 204823 w 274165"/>
                <a:gd name="connsiteY6" fmla="*/ 63698 h 216860"/>
                <a:gd name="connsiteX7" fmla="*/ 199489 w 274165"/>
                <a:gd name="connsiteY7" fmla="*/ 169997 h 216860"/>
                <a:gd name="connsiteX8" fmla="*/ 274165 w 274165"/>
                <a:gd name="connsiteY8" fmla="*/ 216860 h 216860"/>
                <a:gd name="connsiteX0" fmla="*/ 6703 w 274165"/>
                <a:gd name="connsiteY0" fmla="*/ 138865 h 216970"/>
                <a:gd name="connsiteX1" fmla="*/ 7084 w 274165"/>
                <a:gd name="connsiteY1" fmla="*/ 131626 h 216970"/>
                <a:gd name="connsiteX2" fmla="*/ 101191 w 274165"/>
                <a:gd name="connsiteY2" fmla="*/ 181 h 216970"/>
                <a:gd name="connsiteX3" fmla="*/ 58900 w 274165"/>
                <a:gd name="connsiteY3" fmla="*/ 163630 h 216970"/>
                <a:gd name="connsiteX4" fmla="*/ 150340 w 274165"/>
                <a:gd name="connsiteY4" fmla="*/ 24946 h 216970"/>
                <a:gd name="connsiteX5" fmla="*/ 118336 w 274165"/>
                <a:gd name="connsiteY5" fmla="*/ 191062 h 216970"/>
                <a:gd name="connsiteX6" fmla="*/ 204823 w 274165"/>
                <a:gd name="connsiteY6" fmla="*/ 63808 h 216970"/>
                <a:gd name="connsiteX7" fmla="*/ 199489 w 274165"/>
                <a:gd name="connsiteY7" fmla="*/ 170107 h 216970"/>
                <a:gd name="connsiteX8" fmla="*/ 274165 w 274165"/>
                <a:gd name="connsiteY8" fmla="*/ 216970 h 216970"/>
                <a:gd name="connsiteX0" fmla="*/ 24483 w 291945"/>
                <a:gd name="connsiteY0" fmla="*/ 138865 h 216970"/>
                <a:gd name="connsiteX1" fmla="*/ 24864 w 291945"/>
                <a:gd name="connsiteY1" fmla="*/ 131626 h 216970"/>
                <a:gd name="connsiteX2" fmla="*/ 118971 w 291945"/>
                <a:gd name="connsiteY2" fmla="*/ 181 h 216970"/>
                <a:gd name="connsiteX3" fmla="*/ 76680 w 291945"/>
                <a:gd name="connsiteY3" fmla="*/ 163630 h 216970"/>
                <a:gd name="connsiteX4" fmla="*/ 168120 w 291945"/>
                <a:gd name="connsiteY4" fmla="*/ 24946 h 216970"/>
                <a:gd name="connsiteX5" fmla="*/ 136116 w 291945"/>
                <a:gd name="connsiteY5" fmla="*/ 191062 h 216970"/>
                <a:gd name="connsiteX6" fmla="*/ 222603 w 291945"/>
                <a:gd name="connsiteY6" fmla="*/ 63808 h 216970"/>
                <a:gd name="connsiteX7" fmla="*/ 217269 w 291945"/>
                <a:gd name="connsiteY7" fmla="*/ 170107 h 216970"/>
                <a:gd name="connsiteX8" fmla="*/ 291945 w 291945"/>
                <a:gd name="connsiteY8" fmla="*/ 216970 h 216970"/>
                <a:gd name="connsiteX0" fmla="*/ 11607 w 279069"/>
                <a:gd name="connsiteY0" fmla="*/ 138890 h 216995"/>
                <a:gd name="connsiteX1" fmla="*/ 31038 w 279069"/>
                <a:gd name="connsiteY1" fmla="*/ 129746 h 216995"/>
                <a:gd name="connsiteX2" fmla="*/ 106095 w 279069"/>
                <a:gd name="connsiteY2" fmla="*/ 206 h 216995"/>
                <a:gd name="connsiteX3" fmla="*/ 63804 w 279069"/>
                <a:gd name="connsiteY3" fmla="*/ 163655 h 216995"/>
                <a:gd name="connsiteX4" fmla="*/ 155244 w 279069"/>
                <a:gd name="connsiteY4" fmla="*/ 24971 h 216995"/>
                <a:gd name="connsiteX5" fmla="*/ 123240 w 279069"/>
                <a:gd name="connsiteY5" fmla="*/ 191087 h 216995"/>
                <a:gd name="connsiteX6" fmla="*/ 209727 w 279069"/>
                <a:gd name="connsiteY6" fmla="*/ 63833 h 216995"/>
                <a:gd name="connsiteX7" fmla="*/ 204393 w 279069"/>
                <a:gd name="connsiteY7" fmla="*/ 170132 h 216995"/>
                <a:gd name="connsiteX8" fmla="*/ 279069 w 279069"/>
                <a:gd name="connsiteY8" fmla="*/ 216995 h 216995"/>
                <a:gd name="connsiteX0" fmla="*/ 15180 w 276927"/>
                <a:gd name="connsiteY0" fmla="*/ 51260 h 216995"/>
                <a:gd name="connsiteX1" fmla="*/ 28896 w 276927"/>
                <a:gd name="connsiteY1" fmla="*/ 129746 h 216995"/>
                <a:gd name="connsiteX2" fmla="*/ 103953 w 276927"/>
                <a:gd name="connsiteY2" fmla="*/ 206 h 216995"/>
                <a:gd name="connsiteX3" fmla="*/ 61662 w 276927"/>
                <a:gd name="connsiteY3" fmla="*/ 163655 h 216995"/>
                <a:gd name="connsiteX4" fmla="*/ 153102 w 276927"/>
                <a:gd name="connsiteY4" fmla="*/ 24971 h 216995"/>
                <a:gd name="connsiteX5" fmla="*/ 121098 w 276927"/>
                <a:gd name="connsiteY5" fmla="*/ 191087 h 216995"/>
                <a:gd name="connsiteX6" fmla="*/ 207585 w 276927"/>
                <a:gd name="connsiteY6" fmla="*/ 63833 h 216995"/>
                <a:gd name="connsiteX7" fmla="*/ 202251 w 276927"/>
                <a:gd name="connsiteY7" fmla="*/ 170132 h 216995"/>
                <a:gd name="connsiteX8" fmla="*/ 276927 w 276927"/>
                <a:gd name="connsiteY8" fmla="*/ 216995 h 216995"/>
                <a:gd name="connsiteX0" fmla="*/ 34758 w 296505"/>
                <a:gd name="connsiteY0" fmla="*/ 51155 h 216890"/>
                <a:gd name="connsiteX1" fmla="*/ 21804 w 296505"/>
                <a:gd name="connsiteY1" fmla="*/ 139166 h 216890"/>
                <a:gd name="connsiteX2" fmla="*/ 123531 w 296505"/>
                <a:gd name="connsiteY2" fmla="*/ 101 h 216890"/>
                <a:gd name="connsiteX3" fmla="*/ 81240 w 296505"/>
                <a:gd name="connsiteY3" fmla="*/ 163550 h 216890"/>
                <a:gd name="connsiteX4" fmla="*/ 172680 w 296505"/>
                <a:gd name="connsiteY4" fmla="*/ 24866 h 216890"/>
                <a:gd name="connsiteX5" fmla="*/ 140676 w 296505"/>
                <a:gd name="connsiteY5" fmla="*/ 190982 h 216890"/>
                <a:gd name="connsiteX6" fmla="*/ 227163 w 296505"/>
                <a:gd name="connsiteY6" fmla="*/ 63728 h 216890"/>
                <a:gd name="connsiteX7" fmla="*/ 221829 w 296505"/>
                <a:gd name="connsiteY7" fmla="*/ 170027 h 216890"/>
                <a:gd name="connsiteX8" fmla="*/ 296505 w 296505"/>
                <a:gd name="connsiteY8" fmla="*/ 216890 h 216890"/>
                <a:gd name="connsiteX0" fmla="*/ 1399 w 318391"/>
                <a:gd name="connsiteY0" fmla="*/ 85445 h 216890"/>
                <a:gd name="connsiteX1" fmla="*/ 43690 w 318391"/>
                <a:gd name="connsiteY1" fmla="*/ 139166 h 216890"/>
                <a:gd name="connsiteX2" fmla="*/ 145417 w 318391"/>
                <a:gd name="connsiteY2" fmla="*/ 101 h 216890"/>
                <a:gd name="connsiteX3" fmla="*/ 103126 w 318391"/>
                <a:gd name="connsiteY3" fmla="*/ 163550 h 216890"/>
                <a:gd name="connsiteX4" fmla="*/ 194566 w 318391"/>
                <a:gd name="connsiteY4" fmla="*/ 24866 h 216890"/>
                <a:gd name="connsiteX5" fmla="*/ 162562 w 318391"/>
                <a:gd name="connsiteY5" fmla="*/ 190982 h 216890"/>
                <a:gd name="connsiteX6" fmla="*/ 249049 w 318391"/>
                <a:gd name="connsiteY6" fmla="*/ 63728 h 216890"/>
                <a:gd name="connsiteX7" fmla="*/ 243715 w 318391"/>
                <a:gd name="connsiteY7" fmla="*/ 170027 h 216890"/>
                <a:gd name="connsiteX8" fmla="*/ 318391 w 318391"/>
                <a:gd name="connsiteY8" fmla="*/ 216890 h 216890"/>
                <a:gd name="connsiteX0" fmla="*/ 5949 w 322941"/>
                <a:gd name="connsiteY0" fmla="*/ 85445 h 216890"/>
                <a:gd name="connsiteX1" fmla="*/ 2521 w 322941"/>
                <a:gd name="connsiteY1" fmla="*/ 89636 h 216890"/>
                <a:gd name="connsiteX2" fmla="*/ 48240 w 322941"/>
                <a:gd name="connsiteY2" fmla="*/ 139166 h 216890"/>
                <a:gd name="connsiteX3" fmla="*/ 149967 w 322941"/>
                <a:gd name="connsiteY3" fmla="*/ 101 h 216890"/>
                <a:gd name="connsiteX4" fmla="*/ 107676 w 322941"/>
                <a:gd name="connsiteY4" fmla="*/ 163550 h 216890"/>
                <a:gd name="connsiteX5" fmla="*/ 199116 w 322941"/>
                <a:gd name="connsiteY5" fmla="*/ 24866 h 216890"/>
                <a:gd name="connsiteX6" fmla="*/ 167112 w 322941"/>
                <a:gd name="connsiteY6" fmla="*/ 190982 h 216890"/>
                <a:gd name="connsiteX7" fmla="*/ 253599 w 322941"/>
                <a:gd name="connsiteY7" fmla="*/ 63728 h 216890"/>
                <a:gd name="connsiteX8" fmla="*/ 248265 w 322941"/>
                <a:gd name="connsiteY8" fmla="*/ 170027 h 216890"/>
                <a:gd name="connsiteX9" fmla="*/ 322941 w 322941"/>
                <a:gd name="connsiteY9" fmla="*/ 216890 h 216890"/>
                <a:gd name="connsiteX0" fmla="*/ 8 w 317000"/>
                <a:gd name="connsiteY0" fmla="*/ 85445 h 216890"/>
                <a:gd name="connsiteX1" fmla="*/ 40395 w 317000"/>
                <a:gd name="connsiteY1" fmla="*/ 53441 h 216890"/>
                <a:gd name="connsiteX2" fmla="*/ 42299 w 317000"/>
                <a:gd name="connsiteY2" fmla="*/ 139166 h 216890"/>
                <a:gd name="connsiteX3" fmla="*/ 144026 w 317000"/>
                <a:gd name="connsiteY3" fmla="*/ 101 h 216890"/>
                <a:gd name="connsiteX4" fmla="*/ 101735 w 317000"/>
                <a:gd name="connsiteY4" fmla="*/ 163550 h 216890"/>
                <a:gd name="connsiteX5" fmla="*/ 193175 w 317000"/>
                <a:gd name="connsiteY5" fmla="*/ 24866 h 216890"/>
                <a:gd name="connsiteX6" fmla="*/ 161171 w 317000"/>
                <a:gd name="connsiteY6" fmla="*/ 190982 h 216890"/>
                <a:gd name="connsiteX7" fmla="*/ 247658 w 317000"/>
                <a:gd name="connsiteY7" fmla="*/ 63728 h 216890"/>
                <a:gd name="connsiteX8" fmla="*/ 242324 w 317000"/>
                <a:gd name="connsiteY8" fmla="*/ 170027 h 216890"/>
                <a:gd name="connsiteX9" fmla="*/ 317000 w 317000"/>
                <a:gd name="connsiteY9" fmla="*/ 216890 h 216890"/>
                <a:gd name="connsiteX0" fmla="*/ 16284 w 333276"/>
                <a:gd name="connsiteY0" fmla="*/ 85445 h 216890"/>
                <a:gd name="connsiteX1" fmla="*/ 1426 w 333276"/>
                <a:gd name="connsiteY1" fmla="*/ 110591 h 216890"/>
                <a:gd name="connsiteX2" fmla="*/ 58575 w 333276"/>
                <a:gd name="connsiteY2" fmla="*/ 139166 h 216890"/>
                <a:gd name="connsiteX3" fmla="*/ 160302 w 333276"/>
                <a:gd name="connsiteY3" fmla="*/ 101 h 216890"/>
                <a:gd name="connsiteX4" fmla="*/ 118011 w 333276"/>
                <a:gd name="connsiteY4" fmla="*/ 163550 h 216890"/>
                <a:gd name="connsiteX5" fmla="*/ 209451 w 333276"/>
                <a:gd name="connsiteY5" fmla="*/ 24866 h 216890"/>
                <a:gd name="connsiteX6" fmla="*/ 177447 w 333276"/>
                <a:gd name="connsiteY6" fmla="*/ 190982 h 216890"/>
                <a:gd name="connsiteX7" fmla="*/ 263934 w 333276"/>
                <a:gd name="connsiteY7" fmla="*/ 63728 h 216890"/>
                <a:gd name="connsiteX8" fmla="*/ 258600 w 333276"/>
                <a:gd name="connsiteY8" fmla="*/ 170027 h 216890"/>
                <a:gd name="connsiteX9" fmla="*/ 333276 w 333276"/>
                <a:gd name="connsiteY9" fmla="*/ 216890 h 216890"/>
                <a:gd name="connsiteX0" fmla="*/ 66774 w 332331"/>
                <a:gd name="connsiteY0" fmla="*/ 9245 h 216890"/>
                <a:gd name="connsiteX1" fmla="*/ 481 w 332331"/>
                <a:gd name="connsiteY1" fmla="*/ 110591 h 216890"/>
                <a:gd name="connsiteX2" fmla="*/ 57630 w 332331"/>
                <a:gd name="connsiteY2" fmla="*/ 139166 h 216890"/>
                <a:gd name="connsiteX3" fmla="*/ 159357 w 332331"/>
                <a:gd name="connsiteY3" fmla="*/ 101 h 216890"/>
                <a:gd name="connsiteX4" fmla="*/ 117066 w 332331"/>
                <a:gd name="connsiteY4" fmla="*/ 163550 h 216890"/>
                <a:gd name="connsiteX5" fmla="*/ 208506 w 332331"/>
                <a:gd name="connsiteY5" fmla="*/ 24866 h 216890"/>
                <a:gd name="connsiteX6" fmla="*/ 176502 w 332331"/>
                <a:gd name="connsiteY6" fmla="*/ 190982 h 216890"/>
                <a:gd name="connsiteX7" fmla="*/ 262989 w 332331"/>
                <a:gd name="connsiteY7" fmla="*/ 63728 h 216890"/>
                <a:gd name="connsiteX8" fmla="*/ 257655 w 332331"/>
                <a:gd name="connsiteY8" fmla="*/ 170027 h 216890"/>
                <a:gd name="connsiteX9" fmla="*/ 332331 w 332331"/>
                <a:gd name="connsiteY9" fmla="*/ 216890 h 216890"/>
                <a:gd name="connsiteX0" fmla="*/ 19501 w 285058"/>
                <a:gd name="connsiteY0" fmla="*/ 9245 h 216890"/>
                <a:gd name="connsiteX1" fmla="*/ 6548 w 285058"/>
                <a:gd name="connsiteY1" fmla="*/ 70586 h 216890"/>
                <a:gd name="connsiteX2" fmla="*/ 10357 w 285058"/>
                <a:gd name="connsiteY2" fmla="*/ 139166 h 216890"/>
                <a:gd name="connsiteX3" fmla="*/ 112084 w 285058"/>
                <a:gd name="connsiteY3" fmla="*/ 101 h 216890"/>
                <a:gd name="connsiteX4" fmla="*/ 69793 w 285058"/>
                <a:gd name="connsiteY4" fmla="*/ 163550 h 216890"/>
                <a:gd name="connsiteX5" fmla="*/ 161233 w 285058"/>
                <a:gd name="connsiteY5" fmla="*/ 24866 h 216890"/>
                <a:gd name="connsiteX6" fmla="*/ 129229 w 285058"/>
                <a:gd name="connsiteY6" fmla="*/ 190982 h 216890"/>
                <a:gd name="connsiteX7" fmla="*/ 215716 w 285058"/>
                <a:gd name="connsiteY7" fmla="*/ 63728 h 216890"/>
                <a:gd name="connsiteX8" fmla="*/ 210382 w 285058"/>
                <a:gd name="connsiteY8" fmla="*/ 170027 h 216890"/>
                <a:gd name="connsiteX9" fmla="*/ 285058 w 285058"/>
                <a:gd name="connsiteY9" fmla="*/ 216890 h 216890"/>
                <a:gd name="connsiteX0" fmla="*/ 5 w 328427"/>
                <a:gd name="connsiteY0" fmla="*/ 1625 h 216890"/>
                <a:gd name="connsiteX1" fmla="*/ 49917 w 328427"/>
                <a:gd name="connsiteY1" fmla="*/ 7058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5 w 328427"/>
                <a:gd name="connsiteY0" fmla="*/ 1625 h 216890"/>
                <a:gd name="connsiteX1" fmla="*/ 65157 w 328427"/>
                <a:gd name="connsiteY1" fmla="*/ 55346 h 216890"/>
                <a:gd name="connsiteX2" fmla="*/ 53726 w 328427"/>
                <a:gd name="connsiteY2" fmla="*/ 139166 h 216890"/>
                <a:gd name="connsiteX3" fmla="*/ 155453 w 328427"/>
                <a:gd name="connsiteY3" fmla="*/ 101 h 216890"/>
                <a:gd name="connsiteX4" fmla="*/ 113162 w 328427"/>
                <a:gd name="connsiteY4" fmla="*/ 163550 h 216890"/>
                <a:gd name="connsiteX5" fmla="*/ 204602 w 328427"/>
                <a:gd name="connsiteY5" fmla="*/ 24866 h 216890"/>
                <a:gd name="connsiteX6" fmla="*/ 172598 w 328427"/>
                <a:gd name="connsiteY6" fmla="*/ 190982 h 216890"/>
                <a:gd name="connsiteX7" fmla="*/ 259085 w 328427"/>
                <a:gd name="connsiteY7" fmla="*/ 63728 h 216890"/>
                <a:gd name="connsiteX8" fmla="*/ 253751 w 328427"/>
                <a:gd name="connsiteY8" fmla="*/ 170027 h 216890"/>
                <a:gd name="connsiteX9" fmla="*/ 328427 w 328427"/>
                <a:gd name="connsiteY9" fmla="*/ 216890 h 216890"/>
                <a:gd name="connsiteX0" fmla="*/ 4 w 328426"/>
                <a:gd name="connsiteY0" fmla="*/ 1625 h 216890"/>
                <a:gd name="connsiteX1" fmla="*/ 82301 w 328426"/>
                <a:gd name="connsiteY1" fmla="*/ 38201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4 w 328426"/>
                <a:gd name="connsiteY0" fmla="*/ 1625 h 216890"/>
                <a:gd name="connsiteX1" fmla="*/ 65156 w 328426"/>
                <a:gd name="connsiteY1" fmla="*/ 36296 h 216890"/>
                <a:gd name="connsiteX2" fmla="*/ 53725 w 328426"/>
                <a:gd name="connsiteY2" fmla="*/ 139166 h 216890"/>
                <a:gd name="connsiteX3" fmla="*/ 155452 w 328426"/>
                <a:gd name="connsiteY3" fmla="*/ 101 h 216890"/>
                <a:gd name="connsiteX4" fmla="*/ 113161 w 328426"/>
                <a:gd name="connsiteY4" fmla="*/ 163550 h 216890"/>
                <a:gd name="connsiteX5" fmla="*/ 204601 w 328426"/>
                <a:gd name="connsiteY5" fmla="*/ 24866 h 216890"/>
                <a:gd name="connsiteX6" fmla="*/ 172597 w 328426"/>
                <a:gd name="connsiteY6" fmla="*/ 190982 h 216890"/>
                <a:gd name="connsiteX7" fmla="*/ 259084 w 328426"/>
                <a:gd name="connsiteY7" fmla="*/ 63728 h 216890"/>
                <a:gd name="connsiteX8" fmla="*/ 253750 w 328426"/>
                <a:gd name="connsiteY8" fmla="*/ 170027 h 216890"/>
                <a:gd name="connsiteX9" fmla="*/ 328426 w 328426"/>
                <a:gd name="connsiteY9" fmla="*/ 216890 h 216890"/>
                <a:gd name="connsiteX0" fmla="*/ 3 w 341760"/>
                <a:gd name="connsiteY0" fmla="*/ 0 h 220980"/>
                <a:gd name="connsiteX1" fmla="*/ 78490 w 341760"/>
                <a:gd name="connsiteY1" fmla="*/ 40386 h 220980"/>
                <a:gd name="connsiteX2" fmla="*/ 67059 w 341760"/>
                <a:gd name="connsiteY2" fmla="*/ 143256 h 220980"/>
                <a:gd name="connsiteX3" fmla="*/ 168786 w 341760"/>
                <a:gd name="connsiteY3" fmla="*/ 4191 h 220980"/>
                <a:gd name="connsiteX4" fmla="*/ 126495 w 341760"/>
                <a:gd name="connsiteY4" fmla="*/ 167640 h 220980"/>
                <a:gd name="connsiteX5" fmla="*/ 217935 w 341760"/>
                <a:gd name="connsiteY5" fmla="*/ 28956 h 220980"/>
                <a:gd name="connsiteX6" fmla="*/ 185931 w 341760"/>
                <a:gd name="connsiteY6" fmla="*/ 195072 h 220980"/>
                <a:gd name="connsiteX7" fmla="*/ 272418 w 341760"/>
                <a:gd name="connsiteY7" fmla="*/ 67818 h 220980"/>
                <a:gd name="connsiteX8" fmla="*/ 267084 w 341760"/>
                <a:gd name="connsiteY8" fmla="*/ 174117 h 220980"/>
                <a:gd name="connsiteX9" fmla="*/ 341760 w 341760"/>
                <a:gd name="connsiteY9" fmla="*/ 220980 h 220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760" h="220980">
                  <a:moveTo>
                    <a:pt x="3" y="0"/>
                  </a:moveTo>
                  <a:cubicBezTo>
                    <a:pt x="-568" y="698"/>
                    <a:pt x="71441" y="31433"/>
                    <a:pt x="78490" y="40386"/>
                  </a:cubicBezTo>
                  <a:cubicBezTo>
                    <a:pt x="85539" y="49340"/>
                    <a:pt x="42485" y="158179"/>
                    <a:pt x="67059" y="143256"/>
                  </a:cubicBezTo>
                  <a:cubicBezTo>
                    <a:pt x="82807" y="120142"/>
                    <a:pt x="158880" y="127"/>
                    <a:pt x="168786" y="4191"/>
                  </a:cubicBezTo>
                  <a:cubicBezTo>
                    <a:pt x="178692" y="8255"/>
                    <a:pt x="118304" y="163513"/>
                    <a:pt x="126495" y="167640"/>
                  </a:cubicBezTo>
                  <a:cubicBezTo>
                    <a:pt x="134686" y="171767"/>
                    <a:pt x="208029" y="24384"/>
                    <a:pt x="217935" y="28956"/>
                  </a:cubicBezTo>
                  <a:cubicBezTo>
                    <a:pt x="227841" y="33528"/>
                    <a:pt x="176851" y="188595"/>
                    <a:pt x="185931" y="195072"/>
                  </a:cubicBezTo>
                  <a:cubicBezTo>
                    <a:pt x="195012" y="201549"/>
                    <a:pt x="258893" y="71310"/>
                    <a:pt x="272418" y="67818"/>
                  </a:cubicBezTo>
                  <a:cubicBezTo>
                    <a:pt x="285943" y="64326"/>
                    <a:pt x="255527" y="148590"/>
                    <a:pt x="267084" y="174117"/>
                  </a:cubicBezTo>
                  <a:cubicBezTo>
                    <a:pt x="278641" y="199644"/>
                    <a:pt x="323282" y="210757"/>
                    <a:pt x="341760" y="22098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Pie 493">
              <a:extLst>
                <a:ext uri="{FF2B5EF4-FFF2-40B4-BE49-F238E27FC236}">
                  <a16:creationId xmlns:a16="http://schemas.microsoft.com/office/drawing/2014/main" id="{6688C963-857F-476D-8C73-AE2FEA4CC10A}"/>
                </a:ext>
              </a:extLst>
            </p:cNvPr>
            <p:cNvSpPr>
              <a:spLocks noChangeAspect="1"/>
            </p:cNvSpPr>
            <p:nvPr/>
          </p:nvSpPr>
          <p:spPr>
            <a:xfrm rot="5400000" flipH="1">
              <a:off x="25853723" y="1342527"/>
              <a:ext cx="1251081" cy="813324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0DA3DD5-6AD6-4D03-8E29-F579F85D55D2}"/>
              </a:ext>
            </a:extLst>
          </p:cNvPr>
          <p:cNvGrpSpPr/>
          <p:nvPr/>
        </p:nvGrpSpPr>
        <p:grpSpPr>
          <a:xfrm>
            <a:off x="788493" y="289783"/>
            <a:ext cx="19768366" cy="19557042"/>
            <a:chOff x="788493" y="289783"/>
            <a:chExt cx="19768366" cy="19557042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26739B2-4FD0-4073-82D1-EBA4AEFA1616}"/>
                </a:ext>
              </a:extLst>
            </p:cNvPr>
            <p:cNvSpPr/>
            <p:nvPr/>
          </p:nvSpPr>
          <p:spPr>
            <a:xfrm>
              <a:off x="788493" y="1813010"/>
              <a:ext cx="17877961" cy="18033815"/>
            </a:xfrm>
            <a:prstGeom prst="rect">
              <a:avLst/>
            </a:prstGeom>
            <a:solidFill>
              <a:schemeClr val="bg2">
                <a:lumMod val="75000"/>
                <a:alpha val="37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3AE905F5-D77F-4390-B00A-347FF0FEC90E}"/>
                </a:ext>
              </a:extLst>
            </p:cNvPr>
            <p:cNvSpPr txBox="1"/>
            <p:nvPr/>
          </p:nvSpPr>
          <p:spPr>
            <a:xfrm>
              <a:off x="4729052" y="745548"/>
              <a:ext cx="112875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L1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62B942B-C4D7-46E9-A63D-120B1491CAA2}"/>
                </a:ext>
              </a:extLst>
            </p:cNvPr>
            <p:cNvSpPr/>
            <p:nvPr/>
          </p:nvSpPr>
          <p:spPr>
            <a:xfrm>
              <a:off x="3189767" y="3406251"/>
              <a:ext cx="4678326" cy="1092802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/>
                <a:t>L1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29E9282E-1BE4-4CBE-986C-0E4180418E6F}"/>
                </a:ext>
              </a:extLst>
            </p:cNvPr>
            <p:cNvSpPr/>
            <p:nvPr/>
          </p:nvSpPr>
          <p:spPr>
            <a:xfrm>
              <a:off x="4400578" y="14934306"/>
              <a:ext cx="2168118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8B6C97F8-266F-42DD-ADC1-4ACD2A79C194}"/>
                    </a:ext>
                  </a:extLst>
                </p:cNvPr>
                <p:cNvSpPr txBox="1"/>
                <p:nvPr/>
              </p:nvSpPr>
              <p:spPr>
                <a:xfrm>
                  <a:off x="6372130" y="14697019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8B6C97F8-266F-42DD-ADC1-4ACD2A79C1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2130" y="14697019"/>
                  <a:ext cx="123680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B3FB4AC-91D2-4686-918B-BA57BA45B3EE}"/>
                </a:ext>
              </a:extLst>
            </p:cNvPr>
            <p:cNvGrpSpPr/>
            <p:nvPr/>
          </p:nvGrpSpPr>
          <p:grpSpPr>
            <a:xfrm rot="5400000">
              <a:off x="5239329" y="16226588"/>
              <a:ext cx="652922" cy="720022"/>
              <a:chOff x="36090295" y="3317783"/>
              <a:chExt cx="652922" cy="720022"/>
            </a:xfrm>
          </p:grpSpPr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3B45336B-E598-431A-A888-4EE3E6F7A72D}"/>
                  </a:ext>
                </a:extLst>
              </p:cNvPr>
              <p:cNvSpPr/>
              <p:nvPr/>
            </p:nvSpPr>
            <p:spPr>
              <a:xfrm rot="5400000" flipV="1">
                <a:off x="36056044" y="3357924"/>
                <a:ext cx="714132" cy="64563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87000"/>
                </a:schemeClr>
              </a:solidFill>
              <a:ln>
                <a:solidFill>
                  <a:schemeClr val="bg1">
                    <a:lumMod val="65000"/>
                    <a:alpha val="7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1DCF879D-44A4-4CBB-BD26-E0AFE77D6D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11180" y="3317783"/>
                <a:ext cx="632037" cy="705577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  <a:alpha val="9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C6D659C9-C375-499B-98F8-D2DDF2FE2723}"/>
                </a:ext>
              </a:extLst>
            </p:cNvPr>
            <p:cNvSpPr/>
            <p:nvPr/>
          </p:nvSpPr>
          <p:spPr>
            <a:xfrm>
              <a:off x="4484398" y="18098222"/>
              <a:ext cx="2168118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95549B13-FD65-46E5-8599-BAE396258879}"/>
                    </a:ext>
                  </a:extLst>
                </p:cNvPr>
                <p:cNvSpPr txBox="1"/>
                <p:nvPr/>
              </p:nvSpPr>
              <p:spPr>
                <a:xfrm>
                  <a:off x="6455950" y="17860935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95549B13-FD65-46E5-8599-BAE396258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5950" y="17860935"/>
                  <a:ext cx="1236803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10D6E3DD-50D0-4369-9EE2-14FFBF1F520B}"/>
                </a:ext>
              </a:extLst>
            </p:cNvPr>
            <p:cNvSpPr/>
            <p:nvPr/>
          </p:nvSpPr>
          <p:spPr>
            <a:xfrm rot="16200000">
              <a:off x="8357122" y="18313597"/>
              <a:ext cx="2168118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8B66AD7-AED4-43CD-A7D7-B64EB42C542A}"/>
                    </a:ext>
                  </a:extLst>
                </p:cNvPr>
                <p:cNvSpPr txBox="1"/>
                <p:nvPr/>
              </p:nvSpPr>
              <p:spPr>
                <a:xfrm>
                  <a:off x="8822778" y="16672708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8B66AD7-AED4-43CD-A7D7-B64EB42C5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2778" y="16672708"/>
                  <a:ext cx="1236803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6" name="Rounded Rectangle 175">
              <a:extLst>
                <a:ext uri="{FF2B5EF4-FFF2-40B4-BE49-F238E27FC236}">
                  <a16:creationId xmlns:a16="http://schemas.microsoft.com/office/drawing/2014/main" id="{A80F2D83-521B-4CC7-A128-C5B54BE71108}"/>
                </a:ext>
              </a:extLst>
            </p:cNvPr>
            <p:cNvSpPr/>
            <p:nvPr/>
          </p:nvSpPr>
          <p:spPr>
            <a:xfrm rot="16200000">
              <a:off x="9594373" y="18257918"/>
              <a:ext cx="2139014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79D649BE-AED6-481E-98E3-D728850F657B}"/>
                    </a:ext>
                  </a:extLst>
                </p:cNvPr>
                <p:cNvSpPr txBox="1"/>
                <p:nvPr/>
              </p:nvSpPr>
              <p:spPr>
                <a:xfrm>
                  <a:off x="10195960" y="16644158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79D649BE-AED6-481E-98E3-D728850F6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5960" y="16644158"/>
                  <a:ext cx="93584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7E4425AA-BEF4-430D-BDA6-532D76326DB9}"/>
                </a:ext>
              </a:extLst>
            </p:cNvPr>
            <p:cNvGrpSpPr/>
            <p:nvPr/>
          </p:nvGrpSpPr>
          <p:grpSpPr>
            <a:xfrm rot="10800000">
              <a:off x="16909774" y="17839064"/>
              <a:ext cx="1953291" cy="1251081"/>
              <a:chOff x="24932635" y="1123648"/>
              <a:chExt cx="1953291" cy="1251081"/>
            </a:xfrm>
          </p:grpSpPr>
          <p:sp>
            <p:nvSpPr>
              <p:cNvPr id="219" name="Freeform 494">
                <a:extLst>
                  <a:ext uri="{FF2B5EF4-FFF2-40B4-BE49-F238E27FC236}">
                    <a16:creationId xmlns:a16="http://schemas.microsoft.com/office/drawing/2014/main" id="{D0999306-CDE7-482F-ABA4-63C2323D9AB9}"/>
                  </a:ext>
                </a:extLst>
              </p:cNvPr>
              <p:cNvSpPr/>
              <p:nvPr/>
            </p:nvSpPr>
            <p:spPr>
              <a:xfrm rot="1563107" flipH="1">
                <a:off x="24932635" y="1477680"/>
                <a:ext cx="1037219" cy="670661"/>
              </a:xfrm>
              <a:custGeom>
                <a:avLst/>
                <a:gdLst>
                  <a:gd name="connsiteX0" fmla="*/ 0 w 262484"/>
                  <a:gd name="connsiteY0" fmla="*/ 146546 h 209479"/>
                  <a:gd name="connsiteX1" fmla="*/ 79248 w 262484"/>
                  <a:gd name="connsiteY1" fmla="*/ 242 h 209479"/>
                  <a:gd name="connsiteX2" fmla="*/ 42672 w 262484"/>
                  <a:gd name="connsiteY2" fmla="*/ 177026 h 209479"/>
                  <a:gd name="connsiteX3" fmla="*/ 134112 w 262484"/>
                  <a:gd name="connsiteY3" fmla="*/ 30722 h 209479"/>
                  <a:gd name="connsiteX4" fmla="*/ 109728 w 262484"/>
                  <a:gd name="connsiteY4" fmla="*/ 189218 h 209479"/>
                  <a:gd name="connsiteX5" fmla="*/ 182880 w 262484"/>
                  <a:gd name="connsiteY5" fmla="*/ 73394 h 209479"/>
                  <a:gd name="connsiteX6" fmla="*/ 188976 w 262484"/>
                  <a:gd name="connsiteY6" fmla="*/ 158738 h 209479"/>
                  <a:gd name="connsiteX7" fmla="*/ 256032 w 262484"/>
                  <a:gd name="connsiteY7" fmla="*/ 207506 h 209479"/>
                  <a:gd name="connsiteX8" fmla="*/ 256032 w 262484"/>
                  <a:gd name="connsiteY8" fmla="*/ 195314 h 209479"/>
                  <a:gd name="connsiteX0" fmla="*/ 0 w 300512"/>
                  <a:gd name="connsiteY0" fmla="*/ 146546 h 223411"/>
                  <a:gd name="connsiteX1" fmla="*/ 79248 w 300512"/>
                  <a:gd name="connsiteY1" fmla="*/ 242 h 223411"/>
                  <a:gd name="connsiteX2" fmla="*/ 42672 w 300512"/>
                  <a:gd name="connsiteY2" fmla="*/ 177026 h 223411"/>
                  <a:gd name="connsiteX3" fmla="*/ 134112 w 300512"/>
                  <a:gd name="connsiteY3" fmla="*/ 30722 h 223411"/>
                  <a:gd name="connsiteX4" fmla="*/ 109728 w 300512"/>
                  <a:gd name="connsiteY4" fmla="*/ 189218 h 223411"/>
                  <a:gd name="connsiteX5" fmla="*/ 182880 w 300512"/>
                  <a:gd name="connsiteY5" fmla="*/ 73394 h 223411"/>
                  <a:gd name="connsiteX6" fmla="*/ 188976 w 300512"/>
                  <a:gd name="connsiteY6" fmla="*/ 158738 h 223411"/>
                  <a:gd name="connsiteX7" fmla="*/ 256032 w 300512"/>
                  <a:gd name="connsiteY7" fmla="*/ 207506 h 223411"/>
                  <a:gd name="connsiteX8" fmla="*/ 299847 w 300512"/>
                  <a:gd name="connsiteY8" fmla="*/ 220079 h 223411"/>
                  <a:gd name="connsiteX0" fmla="*/ 0 w 256032"/>
                  <a:gd name="connsiteY0" fmla="*/ 146546 h 207506"/>
                  <a:gd name="connsiteX1" fmla="*/ 79248 w 256032"/>
                  <a:gd name="connsiteY1" fmla="*/ 242 h 207506"/>
                  <a:gd name="connsiteX2" fmla="*/ 42672 w 256032"/>
                  <a:gd name="connsiteY2" fmla="*/ 177026 h 207506"/>
                  <a:gd name="connsiteX3" fmla="*/ 134112 w 256032"/>
                  <a:gd name="connsiteY3" fmla="*/ 30722 h 207506"/>
                  <a:gd name="connsiteX4" fmla="*/ 109728 w 256032"/>
                  <a:gd name="connsiteY4" fmla="*/ 189218 h 207506"/>
                  <a:gd name="connsiteX5" fmla="*/ 182880 w 256032"/>
                  <a:gd name="connsiteY5" fmla="*/ 73394 h 207506"/>
                  <a:gd name="connsiteX6" fmla="*/ 188976 w 256032"/>
                  <a:gd name="connsiteY6" fmla="*/ 158738 h 207506"/>
                  <a:gd name="connsiteX7" fmla="*/ 256032 w 256032"/>
                  <a:gd name="connsiteY7" fmla="*/ 207506 h 207506"/>
                  <a:gd name="connsiteX0" fmla="*/ 0 w 275082"/>
                  <a:gd name="connsiteY0" fmla="*/ 140948 h 207623"/>
                  <a:gd name="connsiteX1" fmla="*/ 98298 w 275082"/>
                  <a:gd name="connsiteY1" fmla="*/ 359 h 207623"/>
                  <a:gd name="connsiteX2" fmla="*/ 61722 w 275082"/>
                  <a:gd name="connsiteY2" fmla="*/ 177143 h 207623"/>
                  <a:gd name="connsiteX3" fmla="*/ 153162 w 275082"/>
                  <a:gd name="connsiteY3" fmla="*/ 30839 h 207623"/>
                  <a:gd name="connsiteX4" fmla="*/ 128778 w 275082"/>
                  <a:gd name="connsiteY4" fmla="*/ 189335 h 207623"/>
                  <a:gd name="connsiteX5" fmla="*/ 201930 w 275082"/>
                  <a:gd name="connsiteY5" fmla="*/ 73511 h 207623"/>
                  <a:gd name="connsiteX6" fmla="*/ 208026 w 275082"/>
                  <a:gd name="connsiteY6" fmla="*/ 158855 h 207623"/>
                  <a:gd name="connsiteX7" fmla="*/ 275082 w 275082"/>
                  <a:gd name="connsiteY7" fmla="*/ 207623 h 207623"/>
                  <a:gd name="connsiteX0" fmla="*/ 0 w 275082"/>
                  <a:gd name="connsiteY0" fmla="*/ 139053 h 205728"/>
                  <a:gd name="connsiteX1" fmla="*/ 94488 w 275082"/>
                  <a:gd name="connsiteY1" fmla="*/ 369 h 205728"/>
                  <a:gd name="connsiteX2" fmla="*/ 61722 w 275082"/>
                  <a:gd name="connsiteY2" fmla="*/ 175248 h 205728"/>
                  <a:gd name="connsiteX3" fmla="*/ 153162 w 275082"/>
                  <a:gd name="connsiteY3" fmla="*/ 28944 h 205728"/>
                  <a:gd name="connsiteX4" fmla="*/ 128778 w 275082"/>
                  <a:gd name="connsiteY4" fmla="*/ 187440 h 205728"/>
                  <a:gd name="connsiteX5" fmla="*/ 201930 w 275082"/>
                  <a:gd name="connsiteY5" fmla="*/ 71616 h 205728"/>
                  <a:gd name="connsiteX6" fmla="*/ 208026 w 275082"/>
                  <a:gd name="connsiteY6" fmla="*/ 156960 h 205728"/>
                  <a:gd name="connsiteX7" fmla="*/ 275082 w 275082"/>
                  <a:gd name="connsiteY7" fmla="*/ 205728 h 205728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53162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07823 w 275082"/>
                  <a:gd name="connsiteY4" fmla="*/ 19296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4310 w 275082"/>
                  <a:gd name="connsiteY5" fmla="*/ 5999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192786 w 275082"/>
                  <a:gd name="connsiteY6" fmla="*/ 170107 h 205540"/>
                  <a:gd name="connsiteX7" fmla="*/ 275082 w 275082"/>
                  <a:gd name="connsiteY7" fmla="*/ 205540 h 205540"/>
                  <a:gd name="connsiteX0" fmla="*/ 0 w 267462"/>
                  <a:gd name="connsiteY0" fmla="*/ 138865 h 216970"/>
                  <a:gd name="connsiteX1" fmla="*/ 94488 w 267462"/>
                  <a:gd name="connsiteY1" fmla="*/ 181 h 216970"/>
                  <a:gd name="connsiteX2" fmla="*/ 52197 w 267462"/>
                  <a:gd name="connsiteY2" fmla="*/ 163630 h 216970"/>
                  <a:gd name="connsiteX3" fmla="*/ 143637 w 267462"/>
                  <a:gd name="connsiteY3" fmla="*/ 24946 h 216970"/>
                  <a:gd name="connsiteX4" fmla="*/ 111633 w 267462"/>
                  <a:gd name="connsiteY4" fmla="*/ 191062 h 216970"/>
                  <a:gd name="connsiteX5" fmla="*/ 198120 w 267462"/>
                  <a:gd name="connsiteY5" fmla="*/ 63808 h 216970"/>
                  <a:gd name="connsiteX6" fmla="*/ 192786 w 267462"/>
                  <a:gd name="connsiteY6" fmla="*/ 170107 h 216970"/>
                  <a:gd name="connsiteX7" fmla="*/ 267462 w 267462"/>
                  <a:gd name="connsiteY7" fmla="*/ 216970 h 216970"/>
                  <a:gd name="connsiteX0" fmla="*/ 6703 w 274165"/>
                  <a:gd name="connsiteY0" fmla="*/ 138755 h 216860"/>
                  <a:gd name="connsiteX1" fmla="*/ 7084 w 274165"/>
                  <a:gd name="connsiteY1" fmla="*/ 142946 h 216860"/>
                  <a:gd name="connsiteX2" fmla="*/ 101191 w 274165"/>
                  <a:gd name="connsiteY2" fmla="*/ 71 h 216860"/>
                  <a:gd name="connsiteX3" fmla="*/ 58900 w 274165"/>
                  <a:gd name="connsiteY3" fmla="*/ 163520 h 216860"/>
                  <a:gd name="connsiteX4" fmla="*/ 150340 w 274165"/>
                  <a:gd name="connsiteY4" fmla="*/ 24836 h 216860"/>
                  <a:gd name="connsiteX5" fmla="*/ 118336 w 274165"/>
                  <a:gd name="connsiteY5" fmla="*/ 190952 h 216860"/>
                  <a:gd name="connsiteX6" fmla="*/ 204823 w 274165"/>
                  <a:gd name="connsiteY6" fmla="*/ 63698 h 216860"/>
                  <a:gd name="connsiteX7" fmla="*/ 199489 w 274165"/>
                  <a:gd name="connsiteY7" fmla="*/ 169997 h 216860"/>
                  <a:gd name="connsiteX8" fmla="*/ 274165 w 274165"/>
                  <a:gd name="connsiteY8" fmla="*/ 216860 h 216860"/>
                  <a:gd name="connsiteX0" fmla="*/ 6703 w 274165"/>
                  <a:gd name="connsiteY0" fmla="*/ 138865 h 216970"/>
                  <a:gd name="connsiteX1" fmla="*/ 7084 w 274165"/>
                  <a:gd name="connsiteY1" fmla="*/ 131626 h 216970"/>
                  <a:gd name="connsiteX2" fmla="*/ 101191 w 274165"/>
                  <a:gd name="connsiteY2" fmla="*/ 181 h 216970"/>
                  <a:gd name="connsiteX3" fmla="*/ 58900 w 274165"/>
                  <a:gd name="connsiteY3" fmla="*/ 163630 h 216970"/>
                  <a:gd name="connsiteX4" fmla="*/ 150340 w 274165"/>
                  <a:gd name="connsiteY4" fmla="*/ 24946 h 216970"/>
                  <a:gd name="connsiteX5" fmla="*/ 118336 w 274165"/>
                  <a:gd name="connsiteY5" fmla="*/ 191062 h 216970"/>
                  <a:gd name="connsiteX6" fmla="*/ 204823 w 274165"/>
                  <a:gd name="connsiteY6" fmla="*/ 63808 h 216970"/>
                  <a:gd name="connsiteX7" fmla="*/ 199489 w 274165"/>
                  <a:gd name="connsiteY7" fmla="*/ 170107 h 216970"/>
                  <a:gd name="connsiteX8" fmla="*/ 274165 w 274165"/>
                  <a:gd name="connsiteY8" fmla="*/ 216970 h 216970"/>
                  <a:gd name="connsiteX0" fmla="*/ 24483 w 291945"/>
                  <a:gd name="connsiteY0" fmla="*/ 138865 h 216970"/>
                  <a:gd name="connsiteX1" fmla="*/ 24864 w 291945"/>
                  <a:gd name="connsiteY1" fmla="*/ 131626 h 216970"/>
                  <a:gd name="connsiteX2" fmla="*/ 118971 w 291945"/>
                  <a:gd name="connsiteY2" fmla="*/ 181 h 216970"/>
                  <a:gd name="connsiteX3" fmla="*/ 76680 w 291945"/>
                  <a:gd name="connsiteY3" fmla="*/ 163630 h 216970"/>
                  <a:gd name="connsiteX4" fmla="*/ 168120 w 291945"/>
                  <a:gd name="connsiteY4" fmla="*/ 24946 h 216970"/>
                  <a:gd name="connsiteX5" fmla="*/ 136116 w 291945"/>
                  <a:gd name="connsiteY5" fmla="*/ 191062 h 216970"/>
                  <a:gd name="connsiteX6" fmla="*/ 222603 w 291945"/>
                  <a:gd name="connsiteY6" fmla="*/ 63808 h 216970"/>
                  <a:gd name="connsiteX7" fmla="*/ 217269 w 291945"/>
                  <a:gd name="connsiteY7" fmla="*/ 170107 h 216970"/>
                  <a:gd name="connsiteX8" fmla="*/ 291945 w 291945"/>
                  <a:gd name="connsiteY8" fmla="*/ 216970 h 216970"/>
                  <a:gd name="connsiteX0" fmla="*/ 11607 w 279069"/>
                  <a:gd name="connsiteY0" fmla="*/ 138890 h 216995"/>
                  <a:gd name="connsiteX1" fmla="*/ 31038 w 279069"/>
                  <a:gd name="connsiteY1" fmla="*/ 129746 h 216995"/>
                  <a:gd name="connsiteX2" fmla="*/ 106095 w 279069"/>
                  <a:gd name="connsiteY2" fmla="*/ 206 h 216995"/>
                  <a:gd name="connsiteX3" fmla="*/ 63804 w 279069"/>
                  <a:gd name="connsiteY3" fmla="*/ 163655 h 216995"/>
                  <a:gd name="connsiteX4" fmla="*/ 155244 w 279069"/>
                  <a:gd name="connsiteY4" fmla="*/ 24971 h 216995"/>
                  <a:gd name="connsiteX5" fmla="*/ 123240 w 279069"/>
                  <a:gd name="connsiteY5" fmla="*/ 191087 h 216995"/>
                  <a:gd name="connsiteX6" fmla="*/ 209727 w 279069"/>
                  <a:gd name="connsiteY6" fmla="*/ 63833 h 216995"/>
                  <a:gd name="connsiteX7" fmla="*/ 204393 w 279069"/>
                  <a:gd name="connsiteY7" fmla="*/ 170132 h 216995"/>
                  <a:gd name="connsiteX8" fmla="*/ 279069 w 279069"/>
                  <a:gd name="connsiteY8" fmla="*/ 216995 h 216995"/>
                  <a:gd name="connsiteX0" fmla="*/ 15180 w 276927"/>
                  <a:gd name="connsiteY0" fmla="*/ 51260 h 216995"/>
                  <a:gd name="connsiteX1" fmla="*/ 28896 w 276927"/>
                  <a:gd name="connsiteY1" fmla="*/ 129746 h 216995"/>
                  <a:gd name="connsiteX2" fmla="*/ 103953 w 276927"/>
                  <a:gd name="connsiteY2" fmla="*/ 206 h 216995"/>
                  <a:gd name="connsiteX3" fmla="*/ 61662 w 276927"/>
                  <a:gd name="connsiteY3" fmla="*/ 163655 h 216995"/>
                  <a:gd name="connsiteX4" fmla="*/ 153102 w 276927"/>
                  <a:gd name="connsiteY4" fmla="*/ 24971 h 216995"/>
                  <a:gd name="connsiteX5" fmla="*/ 121098 w 276927"/>
                  <a:gd name="connsiteY5" fmla="*/ 191087 h 216995"/>
                  <a:gd name="connsiteX6" fmla="*/ 207585 w 276927"/>
                  <a:gd name="connsiteY6" fmla="*/ 63833 h 216995"/>
                  <a:gd name="connsiteX7" fmla="*/ 202251 w 276927"/>
                  <a:gd name="connsiteY7" fmla="*/ 170132 h 216995"/>
                  <a:gd name="connsiteX8" fmla="*/ 276927 w 276927"/>
                  <a:gd name="connsiteY8" fmla="*/ 216995 h 216995"/>
                  <a:gd name="connsiteX0" fmla="*/ 34758 w 296505"/>
                  <a:gd name="connsiteY0" fmla="*/ 51155 h 216890"/>
                  <a:gd name="connsiteX1" fmla="*/ 21804 w 296505"/>
                  <a:gd name="connsiteY1" fmla="*/ 139166 h 216890"/>
                  <a:gd name="connsiteX2" fmla="*/ 123531 w 296505"/>
                  <a:gd name="connsiteY2" fmla="*/ 101 h 216890"/>
                  <a:gd name="connsiteX3" fmla="*/ 81240 w 296505"/>
                  <a:gd name="connsiteY3" fmla="*/ 163550 h 216890"/>
                  <a:gd name="connsiteX4" fmla="*/ 172680 w 296505"/>
                  <a:gd name="connsiteY4" fmla="*/ 24866 h 216890"/>
                  <a:gd name="connsiteX5" fmla="*/ 140676 w 296505"/>
                  <a:gd name="connsiteY5" fmla="*/ 190982 h 216890"/>
                  <a:gd name="connsiteX6" fmla="*/ 227163 w 296505"/>
                  <a:gd name="connsiteY6" fmla="*/ 63728 h 216890"/>
                  <a:gd name="connsiteX7" fmla="*/ 221829 w 296505"/>
                  <a:gd name="connsiteY7" fmla="*/ 170027 h 216890"/>
                  <a:gd name="connsiteX8" fmla="*/ 296505 w 296505"/>
                  <a:gd name="connsiteY8" fmla="*/ 216890 h 216890"/>
                  <a:gd name="connsiteX0" fmla="*/ 1399 w 318391"/>
                  <a:gd name="connsiteY0" fmla="*/ 85445 h 216890"/>
                  <a:gd name="connsiteX1" fmla="*/ 43690 w 318391"/>
                  <a:gd name="connsiteY1" fmla="*/ 139166 h 216890"/>
                  <a:gd name="connsiteX2" fmla="*/ 145417 w 318391"/>
                  <a:gd name="connsiteY2" fmla="*/ 101 h 216890"/>
                  <a:gd name="connsiteX3" fmla="*/ 103126 w 318391"/>
                  <a:gd name="connsiteY3" fmla="*/ 163550 h 216890"/>
                  <a:gd name="connsiteX4" fmla="*/ 194566 w 318391"/>
                  <a:gd name="connsiteY4" fmla="*/ 24866 h 216890"/>
                  <a:gd name="connsiteX5" fmla="*/ 162562 w 318391"/>
                  <a:gd name="connsiteY5" fmla="*/ 190982 h 216890"/>
                  <a:gd name="connsiteX6" fmla="*/ 249049 w 318391"/>
                  <a:gd name="connsiteY6" fmla="*/ 63728 h 216890"/>
                  <a:gd name="connsiteX7" fmla="*/ 243715 w 318391"/>
                  <a:gd name="connsiteY7" fmla="*/ 170027 h 216890"/>
                  <a:gd name="connsiteX8" fmla="*/ 318391 w 318391"/>
                  <a:gd name="connsiteY8" fmla="*/ 216890 h 216890"/>
                  <a:gd name="connsiteX0" fmla="*/ 5949 w 322941"/>
                  <a:gd name="connsiteY0" fmla="*/ 85445 h 216890"/>
                  <a:gd name="connsiteX1" fmla="*/ 2521 w 322941"/>
                  <a:gd name="connsiteY1" fmla="*/ 89636 h 216890"/>
                  <a:gd name="connsiteX2" fmla="*/ 48240 w 322941"/>
                  <a:gd name="connsiteY2" fmla="*/ 139166 h 216890"/>
                  <a:gd name="connsiteX3" fmla="*/ 149967 w 322941"/>
                  <a:gd name="connsiteY3" fmla="*/ 101 h 216890"/>
                  <a:gd name="connsiteX4" fmla="*/ 107676 w 322941"/>
                  <a:gd name="connsiteY4" fmla="*/ 163550 h 216890"/>
                  <a:gd name="connsiteX5" fmla="*/ 199116 w 322941"/>
                  <a:gd name="connsiteY5" fmla="*/ 24866 h 216890"/>
                  <a:gd name="connsiteX6" fmla="*/ 167112 w 322941"/>
                  <a:gd name="connsiteY6" fmla="*/ 190982 h 216890"/>
                  <a:gd name="connsiteX7" fmla="*/ 253599 w 322941"/>
                  <a:gd name="connsiteY7" fmla="*/ 63728 h 216890"/>
                  <a:gd name="connsiteX8" fmla="*/ 248265 w 322941"/>
                  <a:gd name="connsiteY8" fmla="*/ 170027 h 216890"/>
                  <a:gd name="connsiteX9" fmla="*/ 322941 w 322941"/>
                  <a:gd name="connsiteY9" fmla="*/ 216890 h 216890"/>
                  <a:gd name="connsiteX0" fmla="*/ 8 w 317000"/>
                  <a:gd name="connsiteY0" fmla="*/ 85445 h 216890"/>
                  <a:gd name="connsiteX1" fmla="*/ 40395 w 317000"/>
                  <a:gd name="connsiteY1" fmla="*/ 53441 h 216890"/>
                  <a:gd name="connsiteX2" fmla="*/ 42299 w 317000"/>
                  <a:gd name="connsiteY2" fmla="*/ 139166 h 216890"/>
                  <a:gd name="connsiteX3" fmla="*/ 144026 w 317000"/>
                  <a:gd name="connsiteY3" fmla="*/ 101 h 216890"/>
                  <a:gd name="connsiteX4" fmla="*/ 101735 w 317000"/>
                  <a:gd name="connsiteY4" fmla="*/ 163550 h 216890"/>
                  <a:gd name="connsiteX5" fmla="*/ 193175 w 317000"/>
                  <a:gd name="connsiteY5" fmla="*/ 24866 h 216890"/>
                  <a:gd name="connsiteX6" fmla="*/ 161171 w 317000"/>
                  <a:gd name="connsiteY6" fmla="*/ 190982 h 216890"/>
                  <a:gd name="connsiteX7" fmla="*/ 247658 w 317000"/>
                  <a:gd name="connsiteY7" fmla="*/ 63728 h 216890"/>
                  <a:gd name="connsiteX8" fmla="*/ 242324 w 317000"/>
                  <a:gd name="connsiteY8" fmla="*/ 170027 h 216890"/>
                  <a:gd name="connsiteX9" fmla="*/ 317000 w 317000"/>
                  <a:gd name="connsiteY9" fmla="*/ 216890 h 216890"/>
                  <a:gd name="connsiteX0" fmla="*/ 16284 w 333276"/>
                  <a:gd name="connsiteY0" fmla="*/ 85445 h 216890"/>
                  <a:gd name="connsiteX1" fmla="*/ 1426 w 333276"/>
                  <a:gd name="connsiteY1" fmla="*/ 110591 h 216890"/>
                  <a:gd name="connsiteX2" fmla="*/ 58575 w 333276"/>
                  <a:gd name="connsiteY2" fmla="*/ 139166 h 216890"/>
                  <a:gd name="connsiteX3" fmla="*/ 160302 w 333276"/>
                  <a:gd name="connsiteY3" fmla="*/ 101 h 216890"/>
                  <a:gd name="connsiteX4" fmla="*/ 118011 w 333276"/>
                  <a:gd name="connsiteY4" fmla="*/ 163550 h 216890"/>
                  <a:gd name="connsiteX5" fmla="*/ 209451 w 333276"/>
                  <a:gd name="connsiteY5" fmla="*/ 24866 h 216890"/>
                  <a:gd name="connsiteX6" fmla="*/ 177447 w 333276"/>
                  <a:gd name="connsiteY6" fmla="*/ 190982 h 216890"/>
                  <a:gd name="connsiteX7" fmla="*/ 263934 w 333276"/>
                  <a:gd name="connsiteY7" fmla="*/ 63728 h 216890"/>
                  <a:gd name="connsiteX8" fmla="*/ 258600 w 333276"/>
                  <a:gd name="connsiteY8" fmla="*/ 170027 h 216890"/>
                  <a:gd name="connsiteX9" fmla="*/ 333276 w 333276"/>
                  <a:gd name="connsiteY9" fmla="*/ 216890 h 216890"/>
                  <a:gd name="connsiteX0" fmla="*/ 66774 w 332331"/>
                  <a:gd name="connsiteY0" fmla="*/ 9245 h 216890"/>
                  <a:gd name="connsiteX1" fmla="*/ 481 w 332331"/>
                  <a:gd name="connsiteY1" fmla="*/ 110591 h 216890"/>
                  <a:gd name="connsiteX2" fmla="*/ 57630 w 332331"/>
                  <a:gd name="connsiteY2" fmla="*/ 139166 h 216890"/>
                  <a:gd name="connsiteX3" fmla="*/ 159357 w 332331"/>
                  <a:gd name="connsiteY3" fmla="*/ 101 h 216890"/>
                  <a:gd name="connsiteX4" fmla="*/ 117066 w 332331"/>
                  <a:gd name="connsiteY4" fmla="*/ 163550 h 216890"/>
                  <a:gd name="connsiteX5" fmla="*/ 208506 w 332331"/>
                  <a:gd name="connsiteY5" fmla="*/ 24866 h 216890"/>
                  <a:gd name="connsiteX6" fmla="*/ 176502 w 332331"/>
                  <a:gd name="connsiteY6" fmla="*/ 190982 h 216890"/>
                  <a:gd name="connsiteX7" fmla="*/ 262989 w 332331"/>
                  <a:gd name="connsiteY7" fmla="*/ 63728 h 216890"/>
                  <a:gd name="connsiteX8" fmla="*/ 257655 w 332331"/>
                  <a:gd name="connsiteY8" fmla="*/ 170027 h 216890"/>
                  <a:gd name="connsiteX9" fmla="*/ 332331 w 332331"/>
                  <a:gd name="connsiteY9" fmla="*/ 216890 h 216890"/>
                  <a:gd name="connsiteX0" fmla="*/ 19501 w 285058"/>
                  <a:gd name="connsiteY0" fmla="*/ 9245 h 216890"/>
                  <a:gd name="connsiteX1" fmla="*/ 6548 w 285058"/>
                  <a:gd name="connsiteY1" fmla="*/ 70586 h 216890"/>
                  <a:gd name="connsiteX2" fmla="*/ 10357 w 285058"/>
                  <a:gd name="connsiteY2" fmla="*/ 139166 h 216890"/>
                  <a:gd name="connsiteX3" fmla="*/ 112084 w 285058"/>
                  <a:gd name="connsiteY3" fmla="*/ 101 h 216890"/>
                  <a:gd name="connsiteX4" fmla="*/ 69793 w 285058"/>
                  <a:gd name="connsiteY4" fmla="*/ 163550 h 216890"/>
                  <a:gd name="connsiteX5" fmla="*/ 161233 w 285058"/>
                  <a:gd name="connsiteY5" fmla="*/ 24866 h 216890"/>
                  <a:gd name="connsiteX6" fmla="*/ 129229 w 285058"/>
                  <a:gd name="connsiteY6" fmla="*/ 190982 h 216890"/>
                  <a:gd name="connsiteX7" fmla="*/ 215716 w 285058"/>
                  <a:gd name="connsiteY7" fmla="*/ 63728 h 216890"/>
                  <a:gd name="connsiteX8" fmla="*/ 210382 w 285058"/>
                  <a:gd name="connsiteY8" fmla="*/ 170027 h 216890"/>
                  <a:gd name="connsiteX9" fmla="*/ 285058 w 285058"/>
                  <a:gd name="connsiteY9" fmla="*/ 216890 h 216890"/>
                  <a:gd name="connsiteX0" fmla="*/ 5 w 328427"/>
                  <a:gd name="connsiteY0" fmla="*/ 1625 h 216890"/>
                  <a:gd name="connsiteX1" fmla="*/ 49917 w 328427"/>
                  <a:gd name="connsiteY1" fmla="*/ 7058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5 w 328427"/>
                  <a:gd name="connsiteY0" fmla="*/ 1625 h 216890"/>
                  <a:gd name="connsiteX1" fmla="*/ 65157 w 328427"/>
                  <a:gd name="connsiteY1" fmla="*/ 5534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4 w 328426"/>
                  <a:gd name="connsiteY0" fmla="*/ 1625 h 216890"/>
                  <a:gd name="connsiteX1" fmla="*/ 82301 w 328426"/>
                  <a:gd name="connsiteY1" fmla="*/ 38201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4 w 328426"/>
                  <a:gd name="connsiteY0" fmla="*/ 1625 h 216890"/>
                  <a:gd name="connsiteX1" fmla="*/ 65156 w 328426"/>
                  <a:gd name="connsiteY1" fmla="*/ 36296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3 w 341760"/>
                  <a:gd name="connsiteY0" fmla="*/ 0 h 220980"/>
                  <a:gd name="connsiteX1" fmla="*/ 78490 w 341760"/>
                  <a:gd name="connsiteY1" fmla="*/ 40386 h 220980"/>
                  <a:gd name="connsiteX2" fmla="*/ 67059 w 341760"/>
                  <a:gd name="connsiteY2" fmla="*/ 143256 h 220980"/>
                  <a:gd name="connsiteX3" fmla="*/ 168786 w 341760"/>
                  <a:gd name="connsiteY3" fmla="*/ 4191 h 220980"/>
                  <a:gd name="connsiteX4" fmla="*/ 126495 w 341760"/>
                  <a:gd name="connsiteY4" fmla="*/ 167640 h 220980"/>
                  <a:gd name="connsiteX5" fmla="*/ 217935 w 341760"/>
                  <a:gd name="connsiteY5" fmla="*/ 28956 h 220980"/>
                  <a:gd name="connsiteX6" fmla="*/ 185931 w 341760"/>
                  <a:gd name="connsiteY6" fmla="*/ 195072 h 220980"/>
                  <a:gd name="connsiteX7" fmla="*/ 272418 w 341760"/>
                  <a:gd name="connsiteY7" fmla="*/ 67818 h 220980"/>
                  <a:gd name="connsiteX8" fmla="*/ 267084 w 341760"/>
                  <a:gd name="connsiteY8" fmla="*/ 174117 h 220980"/>
                  <a:gd name="connsiteX9" fmla="*/ 341760 w 341760"/>
                  <a:gd name="connsiteY9" fmla="*/ 220980 h 22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1760" h="220980">
                    <a:moveTo>
                      <a:pt x="3" y="0"/>
                    </a:moveTo>
                    <a:cubicBezTo>
                      <a:pt x="-568" y="698"/>
                      <a:pt x="71441" y="31433"/>
                      <a:pt x="78490" y="40386"/>
                    </a:cubicBezTo>
                    <a:cubicBezTo>
                      <a:pt x="85539" y="49340"/>
                      <a:pt x="42485" y="158179"/>
                      <a:pt x="67059" y="143256"/>
                    </a:cubicBezTo>
                    <a:cubicBezTo>
                      <a:pt x="82807" y="120142"/>
                      <a:pt x="158880" y="127"/>
                      <a:pt x="168786" y="4191"/>
                    </a:cubicBezTo>
                    <a:cubicBezTo>
                      <a:pt x="178692" y="8255"/>
                      <a:pt x="118304" y="163513"/>
                      <a:pt x="126495" y="167640"/>
                    </a:cubicBezTo>
                    <a:cubicBezTo>
                      <a:pt x="134686" y="171767"/>
                      <a:pt x="208029" y="24384"/>
                      <a:pt x="217935" y="28956"/>
                    </a:cubicBezTo>
                    <a:cubicBezTo>
                      <a:pt x="227841" y="33528"/>
                      <a:pt x="176851" y="188595"/>
                      <a:pt x="185931" y="195072"/>
                    </a:cubicBezTo>
                    <a:cubicBezTo>
                      <a:pt x="195012" y="201549"/>
                      <a:pt x="258893" y="71310"/>
                      <a:pt x="272418" y="67818"/>
                    </a:cubicBezTo>
                    <a:cubicBezTo>
                      <a:pt x="285943" y="64326"/>
                      <a:pt x="255527" y="148590"/>
                      <a:pt x="267084" y="174117"/>
                    </a:cubicBezTo>
                    <a:cubicBezTo>
                      <a:pt x="278641" y="199644"/>
                      <a:pt x="323282" y="210757"/>
                      <a:pt x="341760" y="220980"/>
                    </a:cubicBezTo>
                  </a:path>
                </a:pathLst>
              </a:cu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Pie 493">
                <a:extLst>
                  <a:ext uri="{FF2B5EF4-FFF2-40B4-BE49-F238E27FC236}">
                    <a16:creationId xmlns:a16="http://schemas.microsoft.com/office/drawing/2014/main" id="{132933B7-E26F-46A3-83E0-3284578203D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 flipH="1">
                <a:off x="25853723" y="1342527"/>
                <a:ext cx="1251081" cy="813324"/>
              </a:xfrm>
              <a:prstGeom prst="flowChartManualOperation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6CFB9DD6-C0D4-4F95-831E-6934CEE1B49C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 flipH="1">
              <a:off x="2160505" y="16516671"/>
              <a:ext cx="336616" cy="2268499"/>
              <a:chOff x="19674840" y="17815560"/>
              <a:chExt cx="350520" cy="2362200"/>
            </a:xfrm>
          </p:grpSpPr>
          <p:grpSp>
            <p:nvGrpSpPr>
              <p:cNvPr id="222" name="Group 221">
                <a:extLst>
                  <a:ext uri="{FF2B5EF4-FFF2-40B4-BE49-F238E27FC236}">
                    <a16:creationId xmlns:a16="http://schemas.microsoft.com/office/drawing/2014/main" id="{D0FACA22-D0E2-4137-B58E-33E13DADEF3A}"/>
                  </a:ext>
                </a:extLst>
              </p:cNvPr>
              <p:cNvGrpSpPr/>
              <p:nvPr/>
            </p:nvGrpSpPr>
            <p:grpSpPr>
              <a:xfrm>
                <a:off x="19674840" y="17815560"/>
                <a:ext cx="350520" cy="2362200"/>
                <a:chOff x="19674840" y="17815560"/>
                <a:chExt cx="350520" cy="2362200"/>
              </a:xfrm>
            </p:grpSpPr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1929AB31-B63A-4CAB-8A9C-6D2864B63E00}"/>
                    </a:ext>
                  </a:extLst>
                </p:cNvPr>
                <p:cNvSpPr/>
                <p:nvPr/>
              </p:nvSpPr>
              <p:spPr>
                <a:xfrm>
                  <a:off x="19674840" y="17815560"/>
                  <a:ext cx="350520" cy="2362200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Oval 224">
                  <a:extLst>
                    <a:ext uri="{FF2B5EF4-FFF2-40B4-BE49-F238E27FC236}">
                      <a16:creationId xmlns:a16="http://schemas.microsoft.com/office/drawing/2014/main" id="{1CDECEE2-71E5-4E17-A211-B7E53B6DFB3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751163" y="18329910"/>
                  <a:ext cx="197875" cy="13335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3E0A0154-27B3-4022-B5A7-AB30F243F7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6982" y="18706080"/>
                <a:ext cx="86237" cy="58116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00EC4F44-58B5-431D-9D0F-442AD8032E57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1804657" y="18891728"/>
              <a:ext cx="946187" cy="604732"/>
              <a:chOff x="7039330" y="13503713"/>
              <a:chExt cx="1296295" cy="834079"/>
            </a:xfrm>
          </p:grpSpPr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F6ACA279-3676-4675-AEE4-D55A275EDDE1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698489A2-E589-4DD6-9121-D212364248E5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64F03E77-8E18-4F61-8EB3-362465C6F554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40DC3C69-5628-4A45-9AB7-9BE3CEFBF18C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21AC9A80-C16A-4D06-BEF3-E1FD97850160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785F4A12-A937-4D66-9C2A-528A064A3397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9DBDCD3D-1E4F-4086-B9F0-8922FB2E3F66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23417ED4-4848-48D3-8D9F-FF601A47BC46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2B365CF5-17FD-4AC9-8CD8-40AB5727B752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79FE104A-799D-479D-840E-C7C589EA677D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05875D51-F979-4667-9924-BE7D425D1B4B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B6E605D1-288C-48BE-84CF-E4C58D18F2F7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7892501" y="18161508"/>
              <a:ext cx="946187" cy="604732"/>
              <a:chOff x="7039330" y="13503713"/>
              <a:chExt cx="1296295" cy="834079"/>
            </a:xfrm>
          </p:grpSpPr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35CFEDD2-3EB0-4E3D-9009-68DF9AFDD1EE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37D42561-1CF5-4271-B4CE-93FD0B515B55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C8771A92-7A13-431A-BBB0-3E5B877927CE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4BDEECA1-8DB9-4E55-B5A8-D2E93DE1AB97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A1FB9B20-A6D9-479C-A4CC-EC24B06B6DAE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661B6215-C8AF-418F-83BA-61D95E92B977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A4EAF92C-8183-4A26-8B3E-21C6BBB720D2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BCD61A97-D376-46E7-B591-496BF608E773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428D314A-749D-4F8E-BFA4-7B6594074CA9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6BF310EE-92BF-45AE-BD48-102D31325492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C6CE5C2B-4CEE-4087-8357-92B4B5F34F72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07772561-E56D-4F40-A29B-154DA033C34C}"/>
                </a:ext>
              </a:extLst>
            </p:cNvPr>
            <p:cNvGrpSpPr>
              <a:grpSpLocks noChangeAspect="1"/>
            </p:cNvGrpSpPr>
            <p:nvPr/>
          </p:nvGrpSpPr>
          <p:grpSpPr>
            <a:xfrm rot="444032">
              <a:off x="8074812" y="16225684"/>
              <a:ext cx="946187" cy="604732"/>
              <a:chOff x="7039330" y="13503713"/>
              <a:chExt cx="1296295" cy="834079"/>
            </a:xfrm>
          </p:grpSpPr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9C43A124-C64F-4DB0-B404-BCB6501CF82E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2D007BCD-F388-417D-874D-47E2AFE0C2BB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A35DC57D-B328-4A6A-89D9-1B95E2012504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282ED9AB-3A0A-4495-B618-9890F8F132F5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92DBA8B3-C718-41BA-B1DD-3AD7E537938A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F68BE5A8-4C79-46FD-8E7A-6817E78D0072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30CAB0CC-5B74-4088-A366-A38899277A82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72FCC37A-BF82-42D1-863B-ACE123EB7B54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BF526C28-97B2-4D18-A8EE-F2587FAC26D4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B819FE0B-6A4B-444C-8A1E-04298FC414BE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A03F5E07-F4FD-4C59-B378-3BCCDD265CD5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9E2555E3-3756-4DA4-8CF0-B8E9DA672760}"/>
                </a:ext>
              </a:extLst>
            </p:cNvPr>
            <p:cNvGrpSpPr>
              <a:grpSpLocks noChangeAspect="1"/>
            </p:cNvGrpSpPr>
            <p:nvPr/>
          </p:nvGrpSpPr>
          <p:grpSpPr>
            <a:xfrm rot="11362699">
              <a:off x="10413781" y="15250837"/>
              <a:ext cx="1630731" cy="1042241"/>
              <a:chOff x="7039330" y="13503713"/>
              <a:chExt cx="1296295" cy="834079"/>
            </a:xfrm>
          </p:grpSpPr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B886403C-EBD7-46FF-A125-1090867D55E6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48DD3115-EC34-4484-89A3-0C050CAE3B98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B28D68D6-9E2C-4FB3-A8DE-4AC865481F43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189E0717-E82C-499A-BF09-371AD63FF54D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DBCFC108-55BC-46A8-901D-CE48E27660DF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7F8B1F09-3A78-4BBB-8481-A97EA8A325B2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8ED79F5E-F551-47B5-8827-62F15CE9D615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28E5E231-F5E1-47DD-9E41-49A101D8C845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E2592892-5FCA-4DA7-B2D8-E377CB52A4B9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682845E3-AA7F-430E-B2FF-252D66EC7EC3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08DBBF1D-AEFE-446E-85E1-F37C1465BEDC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0CB39F9E-5293-4CBD-96C3-E730806EF39F}"/>
                </a:ext>
              </a:extLst>
            </p:cNvPr>
            <p:cNvGrpSpPr>
              <a:grpSpLocks noChangeAspect="1"/>
            </p:cNvGrpSpPr>
            <p:nvPr/>
          </p:nvGrpSpPr>
          <p:grpSpPr>
            <a:xfrm rot="5745721">
              <a:off x="15088408" y="15415419"/>
              <a:ext cx="1630731" cy="1042241"/>
              <a:chOff x="7039330" y="13503713"/>
              <a:chExt cx="1296295" cy="834079"/>
            </a:xfrm>
          </p:grpSpPr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69F26F34-0205-48B0-B271-534C7771798D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2385C6C7-AE2F-45C3-8A08-C66C8ED3E26A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261F6A7F-25CB-408A-8ECB-580DFF3F9324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AD57CED2-D21C-4465-8CFA-EE25BEC61DF1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5C7A1BBB-C917-4C15-A4DA-19B9DB92FA06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5F3B445A-95ED-473A-929F-D14411D579D9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388199F8-3961-435E-91E8-3B912A3BF9C1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C8ED4178-CAA5-41E2-82DF-3E730C7CA8B2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>
                  <a:extLst>
                    <a:ext uri="{FF2B5EF4-FFF2-40B4-BE49-F238E27FC236}">
                      <a16:creationId xmlns:a16="http://schemas.microsoft.com/office/drawing/2014/main" id="{3949DC8C-00B3-40DB-AD3C-F1CBC89FBF30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9EECFF79-907B-4EEF-A2AE-118C537EC6CD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80A474E5-4A9B-4AA6-8AE9-EF39C5564473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D83EE0EF-5C03-499B-9127-FD4DE8349687}"/>
                </a:ext>
              </a:extLst>
            </p:cNvPr>
            <p:cNvGrpSpPr/>
            <p:nvPr/>
          </p:nvGrpSpPr>
          <p:grpSpPr>
            <a:xfrm>
              <a:off x="15412998" y="11173672"/>
              <a:ext cx="2173135" cy="1589983"/>
              <a:chOff x="36426745" y="240919"/>
              <a:chExt cx="2173135" cy="1589983"/>
            </a:xfrm>
          </p:grpSpPr>
          <p:sp>
            <p:nvSpPr>
              <p:cNvPr id="299" name="Oval 298">
                <a:extLst>
                  <a:ext uri="{FF2B5EF4-FFF2-40B4-BE49-F238E27FC236}">
                    <a16:creationId xmlns:a16="http://schemas.microsoft.com/office/drawing/2014/main" id="{1F193DF2-9755-4407-A6BE-E81E62B4946F}"/>
                  </a:ext>
                </a:extLst>
              </p:cNvPr>
              <p:cNvSpPr/>
              <p:nvPr/>
            </p:nvSpPr>
            <p:spPr>
              <a:xfrm>
                <a:off x="36426745" y="497629"/>
                <a:ext cx="1042110" cy="10227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sp>
            <p:nvSpPr>
              <p:cNvPr id="300" name="Rounded Rectangle 175">
                <a:extLst>
                  <a:ext uri="{FF2B5EF4-FFF2-40B4-BE49-F238E27FC236}">
                    <a16:creationId xmlns:a16="http://schemas.microsoft.com/office/drawing/2014/main" id="{17E82F1B-209D-4B0B-BCAC-6BDFA4352837}"/>
                  </a:ext>
                </a:extLst>
              </p:cNvPr>
              <p:cNvSpPr/>
              <p:nvPr/>
            </p:nvSpPr>
            <p:spPr>
              <a:xfrm>
                <a:off x="36443937" y="1590513"/>
                <a:ext cx="1042110" cy="10227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1" name="TextBox 300">
                    <a:extLst>
                      <a:ext uri="{FF2B5EF4-FFF2-40B4-BE49-F238E27FC236}">
                        <a16:creationId xmlns:a16="http://schemas.microsoft.com/office/drawing/2014/main" id="{C6DAC0C5-F938-4FB8-87B1-FF985941E379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3077" y="240919"/>
                    <a:ext cx="123680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01" name="TextBox 300">
                    <a:extLst>
                      <a:ext uri="{FF2B5EF4-FFF2-40B4-BE49-F238E27FC236}">
                        <a16:creationId xmlns:a16="http://schemas.microsoft.com/office/drawing/2014/main" id="{C6DAC0C5-F938-4FB8-87B1-FF985941E3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3077" y="240919"/>
                    <a:ext cx="123680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2" name="TextBox 301">
                    <a:extLst>
                      <a:ext uri="{FF2B5EF4-FFF2-40B4-BE49-F238E27FC236}">
                        <a16:creationId xmlns:a16="http://schemas.microsoft.com/office/drawing/2014/main" id="{72236B57-A058-4576-9841-7D6BD44913B8}"/>
                      </a:ext>
                    </a:extLst>
                  </p:cNvPr>
                  <p:cNvSpPr txBox="1"/>
                  <p:nvPr/>
                </p:nvSpPr>
                <p:spPr>
                  <a:xfrm>
                    <a:off x="37571422" y="1307682"/>
                    <a:ext cx="9358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57DD1F3B-8FD5-58DC-B552-AADFFB2ACB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571422" y="1307682"/>
                    <a:ext cx="935840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CD437DCE-134E-420C-80E1-C3904914D595}"/>
                </a:ext>
              </a:extLst>
            </p:cNvPr>
            <p:cNvGrpSpPr/>
            <p:nvPr/>
          </p:nvGrpSpPr>
          <p:grpSpPr>
            <a:xfrm rot="5400000">
              <a:off x="14772904" y="5710695"/>
              <a:ext cx="1953291" cy="1251081"/>
              <a:chOff x="24932635" y="1123648"/>
              <a:chExt cx="1953291" cy="1251081"/>
            </a:xfrm>
          </p:grpSpPr>
          <p:sp>
            <p:nvSpPr>
              <p:cNvPr id="304" name="Freeform 494">
                <a:extLst>
                  <a:ext uri="{FF2B5EF4-FFF2-40B4-BE49-F238E27FC236}">
                    <a16:creationId xmlns:a16="http://schemas.microsoft.com/office/drawing/2014/main" id="{EA686F74-EF96-4493-B9B0-94219DEBF9AB}"/>
                  </a:ext>
                </a:extLst>
              </p:cNvPr>
              <p:cNvSpPr/>
              <p:nvPr/>
            </p:nvSpPr>
            <p:spPr>
              <a:xfrm rot="1563107" flipH="1">
                <a:off x="24932635" y="1477680"/>
                <a:ext cx="1037219" cy="670661"/>
              </a:xfrm>
              <a:custGeom>
                <a:avLst/>
                <a:gdLst>
                  <a:gd name="connsiteX0" fmla="*/ 0 w 262484"/>
                  <a:gd name="connsiteY0" fmla="*/ 146546 h 209479"/>
                  <a:gd name="connsiteX1" fmla="*/ 79248 w 262484"/>
                  <a:gd name="connsiteY1" fmla="*/ 242 h 209479"/>
                  <a:gd name="connsiteX2" fmla="*/ 42672 w 262484"/>
                  <a:gd name="connsiteY2" fmla="*/ 177026 h 209479"/>
                  <a:gd name="connsiteX3" fmla="*/ 134112 w 262484"/>
                  <a:gd name="connsiteY3" fmla="*/ 30722 h 209479"/>
                  <a:gd name="connsiteX4" fmla="*/ 109728 w 262484"/>
                  <a:gd name="connsiteY4" fmla="*/ 189218 h 209479"/>
                  <a:gd name="connsiteX5" fmla="*/ 182880 w 262484"/>
                  <a:gd name="connsiteY5" fmla="*/ 73394 h 209479"/>
                  <a:gd name="connsiteX6" fmla="*/ 188976 w 262484"/>
                  <a:gd name="connsiteY6" fmla="*/ 158738 h 209479"/>
                  <a:gd name="connsiteX7" fmla="*/ 256032 w 262484"/>
                  <a:gd name="connsiteY7" fmla="*/ 207506 h 209479"/>
                  <a:gd name="connsiteX8" fmla="*/ 256032 w 262484"/>
                  <a:gd name="connsiteY8" fmla="*/ 195314 h 209479"/>
                  <a:gd name="connsiteX0" fmla="*/ 0 w 300512"/>
                  <a:gd name="connsiteY0" fmla="*/ 146546 h 223411"/>
                  <a:gd name="connsiteX1" fmla="*/ 79248 w 300512"/>
                  <a:gd name="connsiteY1" fmla="*/ 242 h 223411"/>
                  <a:gd name="connsiteX2" fmla="*/ 42672 w 300512"/>
                  <a:gd name="connsiteY2" fmla="*/ 177026 h 223411"/>
                  <a:gd name="connsiteX3" fmla="*/ 134112 w 300512"/>
                  <a:gd name="connsiteY3" fmla="*/ 30722 h 223411"/>
                  <a:gd name="connsiteX4" fmla="*/ 109728 w 300512"/>
                  <a:gd name="connsiteY4" fmla="*/ 189218 h 223411"/>
                  <a:gd name="connsiteX5" fmla="*/ 182880 w 300512"/>
                  <a:gd name="connsiteY5" fmla="*/ 73394 h 223411"/>
                  <a:gd name="connsiteX6" fmla="*/ 188976 w 300512"/>
                  <a:gd name="connsiteY6" fmla="*/ 158738 h 223411"/>
                  <a:gd name="connsiteX7" fmla="*/ 256032 w 300512"/>
                  <a:gd name="connsiteY7" fmla="*/ 207506 h 223411"/>
                  <a:gd name="connsiteX8" fmla="*/ 299847 w 300512"/>
                  <a:gd name="connsiteY8" fmla="*/ 220079 h 223411"/>
                  <a:gd name="connsiteX0" fmla="*/ 0 w 256032"/>
                  <a:gd name="connsiteY0" fmla="*/ 146546 h 207506"/>
                  <a:gd name="connsiteX1" fmla="*/ 79248 w 256032"/>
                  <a:gd name="connsiteY1" fmla="*/ 242 h 207506"/>
                  <a:gd name="connsiteX2" fmla="*/ 42672 w 256032"/>
                  <a:gd name="connsiteY2" fmla="*/ 177026 h 207506"/>
                  <a:gd name="connsiteX3" fmla="*/ 134112 w 256032"/>
                  <a:gd name="connsiteY3" fmla="*/ 30722 h 207506"/>
                  <a:gd name="connsiteX4" fmla="*/ 109728 w 256032"/>
                  <a:gd name="connsiteY4" fmla="*/ 189218 h 207506"/>
                  <a:gd name="connsiteX5" fmla="*/ 182880 w 256032"/>
                  <a:gd name="connsiteY5" fmla="*/ 73394 h 207506"/>
                  <a:gd name="connsiteX6" fmla="*/ 188976 w 256032"/>
                  <a:gd name="connsiteY6" fmla="*/ 158738 h 207506"/>
                  <a:gd name="connsiteX7" fmla="*/ 256032 w 256032"/>
                  <a:gd name="connsiteY7" fmla="*/ 207506 h 207506"/>
                  <a:gd name="connsiteX0" fmla="*/ 0 w 275082"/>
                  <a:gd name="connsiteY0" fmla="*/ 140948 h 207623"/>
                  <a:gd name="connsiteX1" fmla="*/ 98298 w 275082"/>
                  <a:gd name="connsiteY1" fmla="*/ 359 h 207623"/>
                  <a:gd name="connsiteX2" fmla="*/ 61722 w 275082"/>
                  <a:gd name="connsiteY2" fmla="*/ 177143 h 207623"/>
                  <a:gd name="connsiteX3" fmla="*/ 153162 w 275082"/>
                  <a:gd name="connsiteY3" fmla="*/ 30839 h 207623"/>
                  <a:gd name="connsiteX4" fmla="*/ 128778 w 275082"/>
                  <a:gd name="connsiteY4" fmla="*/ 189335 h 207623"/>
                  <a:gd name="connsiteX5" fmla="*/ 201930 w 275082"/>
                  <a:gd name="connsiteY5" fmla="*/ 73511 h 207623"/>
                  <a:gd name="connsiteX6" fmla="*/ 208026 w 275082"/>
                  <a:gd name="connsiteY6" fmla="*/ 158855 h 207623"/>
                  <a:gd name="connsiteX7" fmla="*/ 275082 w 275082"/>
                  <a:gd name="connsiteY7" fmla="*/ 207623 h 207623"/>
                  <a:gd name="connsiteX0" fmla="*/ 0 w 275082"/>
                  <a:gd name="connsiteY0" fmla="*/ 139053 h 205728"/>
                  <a:gd name="connsiteX1" fmla="*/ 94488 w 275082"/>
                  <a:gd name="connsiteY1" fmla="*/ 369 h 205728"/>
                  <a:gd name="connsiteX2" fmla="*/ 61722 w 275082"/>
                  <a:gd name="connsiteY2" fmla="*/ 175248 h 205728"/>
                  <a:gd name="connsiteX3" fmla="*/ 153162 w 275082"/>
                  <a:gd name="connsiteY3" fmla="*/ 28944 h 205728"/>
                  <a:gd name="connsiteX4" fmla="*/ 128778 w 275082"/>
                  <a:gd name="connsiteY4" fmla="*/ 187440 h 205728"/>
                  <a:gd name="connsiteX5" fmla="*/ 201930 w 275082"/>
                  <a:gd name="connsiteY5" fmla="*/ 71616 h 205728"/>
                  <a:gd name="connsiteX6" fmla="*/ 208026 w 275082"/>
                  <a:gd name="connsiteY6" fmla="*/ 156960 h 205728"/>
                  <a:gd name="connsiteX7" fmla="*/ 275082 w 275082"/>
                  <a:gd name="connsiteY7" fmla="*/ 205728 h 205728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53162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07823 w 275082"/>
                  <a:gd name="connsiteY4" fmla="*/ 19296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4310 w 275082"/>
                  <a:gd name="connsiteY5" fmla="*/ 5999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192786 w 275082"/>
                  <a:gd name="connsiteY6" fmla="*/ 170107 h 205540"/>
                  <a:gd name="connsiteX7" fmla="*/ 275082 w 275082"/>
                  <a:gd name="connsiteY7" fmla="*/ 205540 h 205540"/>
                  <a:gd name="connsiteX0" fmla="*/ 0 w 267462"/>
                  <a:gd name="connsiteY0" fmla="*/ 138865 h 216970"/>
                  <a:gd name="connsiteX1" fmla="*/ 94488 w 267462"/>
                  <a:gd name="connsiteY1" fmla="*/ 181 h 216970"/>
                  <a:gd name="connsiteX2" fmla="*/ 52197 w 267462"/>
                  <a:gd name="connsiteY2" fmla="*/ 163630 h 216970"/>
                  <a:gd name="connsiteX3" fmla="*/ 143637 w 267462"/>
                  <a:gd name="connsiteY3" fmla="*/ 24946 h 216970"/>
                  <a:gd name="connsiteX4" fmla="*/ 111633 w 267462"/>
                  <a:gd name="connsiteY4" fmla="*/ 191062 h 216970"/>
                  <a:gd name="connsiteX5" fmla="*/ 198120 w 267462"/>
                  <a:gd name="connsiteY5" fmla="*/ 63808 h 216970"/>
                  <a:gd name="connsiteX6" fmla="*/ 192786 w 267462"/>
                  <a:gd name="connsiteY6" fmla="*/ 170107 h 216970"/>
                  <a:gd name="connsiteX7" fmla="*/ 267462 w 267462"/>
                  <a:gd name="connsiteY7" fmla="*/ 216970 h 216970"/>
                  <a:gd name="connsiteX0" fmla="*/ 6703 w 274165"/>
                  <a:gd name="connsiteY0" fmla="*/ 138755 h 216860"/>
                  <a:gd name="connsiteX1" fmla="*/ 7084 w 274165"/>
                  <a:gd name="connsiteY1" fmla="*/ 142946 h 216860"/>
                  <a:gd name="connsiteX2" fmla="*/ 101191 w 274165"/>
                  <a:gd name="connsiteY2" fmla="*/ 71 h 216860"/>
                  <a:gd name="connsiteX3" fmla="*/ 58900 w 274165"/>
                  <a:gd name="connsiteY3" fmla="*/ 163520 h 216860"/>
                  <a:gd name="connsiteX4" fmla="*/ 150340 w 274165"/>
                  <a:gd name="connsiteY4" fmla="*/ 24836 h 216860"/>
                  <a:gd name="connsiteX5" fmla="*/ 118336 w 274165"/>
                  <a:gd name="connsiteY5" fmla="*/ 190952 h 216860"/>
                  <a:gd name="connsiteX6" fmla="*/ 204823 w 274165"/>
                  <a:gd name="connsiteY6" fmla="*/ 63698 h 216860"/>
                  <a:gd name="connsiteX7" fmla="*/ 199489 w 274165"/>
                  <a:gd name="connsiteY7" fmla="*/ 169997 h 216860"/>
                  <a:gd name="connsiteX8" fmla="*/ 274165 w 274165"/>
                  <a:gd name="connsiteY8" fmla="*/ 216860 h 216860"/>
                  <a:gd name="connsiteX0" fmla="*/ 6703 w 274165"/>
                  <a:gd name="connsiteY0" fmla="*/ 138865 h 216970"/>
                  <a:gd name="connsiteX1" fmla="*/ 7084 w 274165"/>
                  <a:gd name="connsiteY1" fmla="*/ 131626 h 216970"/>
                  <a:gd name="connsiteX2" fmla="*/ 101191 w 274165"/>
                  <a:gd name="connsiteY2" fmla="*/ 181 h 216970"/>
                  <a:gd name="connsiteX3" fmla="*/ 58900 w 274165"/>
                  <a:gd name="connsiteY3" fmla="*/ 163630 h 216970"/>
                  <a:gd name="connsiteX4" fmla="*/ 150340 w 274165"/>
                  <a:gd name="connsiteY4" fmla="*/ 24946 h 216970"/>
                  <a:gd name="connsiteX5" fmla="*/ 118336 w 274165"/>
                  <a:gd name="connsiteY5" fmla="*/ 191062 h 216970"/>
                  <a:gd name="connsiteX6" fmla="*/ 204823 w 274165"/>
                  <a:gd name="connsiteY6" fmla="*/ 63808 h 216970"/>
                  <a:gd name="connsiteX7" fmla="*/ 199489 w 274165"/>
                  <a:gd name="connsiteY7" fmla="*/ 170107 h 216970"/>
                  <a:gd name="connsiteX8" fmla="*/ 274165 w 274165"/>
                  <a:gd name="connsiteY8" fmla="*/ 216970 h 216970"/>
                  <a:gd name="connsiteX0" fmla="*/ 24483 w 291945"/>
                  <a:gd name="connsiteY0" fmla="*/ 138865 h 216970"/>
                  <a:gd name="connsiteX1" fmla="*/ 24864 w 291945"/>
                  <a:gd name="connsiteY1" fmla="*/ 131626 h 216970"/>
                  <a:gd name="connsiteX2" fmla="*/ 118971 w 291945"/>
                  <a:gd name="connsiteY2" fmla="*/ 181 h 216970"/>
                  <a:gd name="connsiteX3" fmla="*/ 76680 w 291945"/>
                  <a:gd name="connsiteY3" fmla="*/ 163630 h 216970"/>
                  <a:gd name="connsiteX4" fmla="*/ 168120 w 291945"/>
                  <a:gd name="connsiteY4" fmla="*/ 24946 h 216970"/>
                  <a:gd name="connsiteX5" fmla="*/ 136116 w 291945"/>
                  <a:gd name="connsiteY5" fmla="*/ 191062 h 216970"/>
                  <a:gd name="connsiteX6" fmla="*/ 222603 w 291945"/>
                  <a:gd name="connsiteY6" fmla="*/ 63808 h 216970"/>
                  <a:gd name="connsiteX7" fmla="*/ 217269 w 291945"/>
                  <a:gd name="connsiteY7" fmla="*/ 170107 h 216970"/>
                  <a:gd name="connsiteX8" fmla="*/ 291945 w 291945"/>
                  <a:gd name="connsiteY8" fmla="*/ 216970 h 216970"/>
                  <a:gd name="connsiteX0" fmla="*/ 11607 w 279069"/>
                  <a:gd name="connsiteY0" fmla="*/ 138890 h 216995"/>
                  <a:gd name="connsiteX1" fmla="*/ 31038 w 279069"/>
                  <a:gd name="connsiteY1" fmla="*/ 129746 h 216995"/>
                  <a:gd name="connsiteX2" fmla="*/ 106095 w 279069"/>
                  <a:gd name="connsiteY2" fmla="*/ 206 h 216995"/>
                  <a:gd name="connsiteX3" fmla="*/ 63804 w 279069"/>
                  <a:gd name="connsiteY3" fmla="*/ 163655 h 216995"/>
                  <a:gd name="connsiteX4" fmla="*/ 155244 w 279069"/>
                  <a:gd name="connsiteY4" fmla="*/ 24971 h 216995"/>
                  <a:gd name="connsiteX5" fmla="*/ 123240 w 279069"/>
                  <a:gd name="connsiteY5" fmla="*/ 191087 h 216995"/>
                  <a:gd name="connsiteX6" fmla="*/ 209727 w 279069"/>
                  <a:gd name="connsiteY6" fmla="*/ 63833 h 216995"/>
                  <a:gd name="connsiteX7" fmla="*/ 204393 w 279069"/>
                  <a:gd name="connsiteY7" fmla="*/ 170132 h 216995"/>
                  <a:gd name="connsiteX8" fmla="*/ 279069 w 279069"/>
                  <a:gd name="connsiteY8" fmla="*/ 216995 h 216995"/>
                  <a:gd name="connsiteX0" fmla="*/ 15180 w 276927"/>
                  <a:gd name="connsiteY0" fmla="*/ 51260 h 216995"/>
                  <a:gd name="connsiteX1" fmla="*/ 28896 w 276927"/>
                  <a:gd name="connsiteY1" fmla="*/ 129746 h 216995"/>
                  <a:gd name="connsiteX2" fmla="*/ 103953 w 276927"/>
                  <a:gd name="connsiteY2" fmla="*/ 206 h 216995"/>
                  <a:gd name="connsiteX3" fmla="*/ 61662 w 276927"/>
                  <a:gd name="connsiteY3" fmla="*/ 163655 h 216995"/>
                  <a:gd name="connsiteX4" fmla="*/ 153102 w 276927"/>
                  <a:gd name="connsiteY4" fmla="*/ 24971 h 216995"/>
                  <a:gd name="connsiteX5" fmla="*/ 121098 w 276927"/>
                  <a:gd name="connsiteY5" fmla="*/ 191087 h 216995"/>
                  <a:gd name="connsiteX6" fmla="*/ 207585 w 276927"/>
                  <a:gd name="connsiteY6" fmla="*/ 63833 h 216995"/>
                  <a:gd name="connsiteX7" fmla="*/ 202251 w 276927"/>
                  <a:gd name="connsiteY7" fmla="*/ 170132 h 216995"/>
                  <a:gd name="connsiteX8" fmla="*/ 276927 w 276927"/>
                  <a:gd name="connsiteY8" fmla="*/ 216995 h 216995"/>
                  <a:gd name="connsiteX0" fmla="*/ 34758 w 296505"/>
                  <a:gd name="connsiteY0" fmla="*/ 51155 h 216890"/>
                  <a:gd name="connsiteX1" fmla="*/ 21804 w 296505"/>
                  <a:gd name="connsiteY1" fmla="*/ 139166 h 216890"/>
                  <a:gd name="connsiteX2" fmla="*/ 123531 w 296505"/>
                  <a:gd name="connsiteY2" fmla="*/ 101 h 216890"/>
                  <a:gd name="connsiteX3" fmla="*/ 81240 w 296505"/>
                  <a:gd name="connsiteY3" fmla="*/ 163550 h 216890"/>
                  <a:gd name="connsiteX4" fmla="*/ 172680 w 296505"/>
                  <a:gd name="connsiteY4" fmla="*/ 24866 h 216890"/>
                  <a:gd name="connsiteX5" fmla="*/ 140676 w 296505"/>
                  <a:gd name="connsiteY5" fmla="*/ 190982 h 216890"/>
                  <a:gd name="connsiteX6" fmla="*/ 227163 w 296505"/>
                  <a:gd name="connsiteY6" fmla="*/ 63728 h 216890"/>
                  <a:gd name="connsiteX7" fmla="*/ 221829 w 296505"/>
                  <a:gd name="connsiteY7" fmla="*/ 170027 h 216890"/>
                  <a:gd name="connsiteX8" fmla="*/ 296505 w 296505"/>
                  <a:gd name="connsiteY8" fmla="*/ 216890 h 216890"/>
                  <a:gd name="connsiteX0" fmla="*/ 1399 w 318391"/>
                  <a:gd name="connsiteY0" fmla="*/ 85445 h 216890"/>
                  <a:gd name="connsiteX1" fmla="*/ 43690 w 318391"/>
                  <a:gd name="connsiteY1" fmla="*/ 139166 h 216890"/>
                  <a:gd name="connsiteX2" fmla="*/ 145417 w 318391"/>
                  <a:gd name="connsiteY2" fmla="*/ 101 h 216890"/>
                  <a:gd name="connsiteX3" fmla="*/ 103126 w 318391"/>
                  <a:gd name="connsiteY3" fmla="*/ 163550 h 216890"/>
                  <a:gd name="connsiteX4" fmla="*/ 194566 w 318391"/>
                  <a:gd name="connsiteY4" fmla="*/ 24866 h 216890"/>
                  <a:gd name="connsiteX5" fmla="*/ 162562 w 318391"/>
                  <a:gd name="connsiteY5" fmla="*/ 190982 h 216890"/>
                  <a:gd name="connsiteX6" fmla="*/ 249049 w 318391"/>
                  <a:gd name="connsiteY6" fmla="*/ 63728 h 216890"/>
                  <a:gd name="connsiteX7" fmla="*/ 243715 w 318391"/>
                  <a:gd name="connsiteY7" fmla="*/ 170027 h 216890"/>
                  <a:gd name="connsiteX8" fmla="*/ 318391 w 318391"/>
                  <a:gd name="connsiteY8" fmla="*/ 216890 h 216890"/>
                  <a:gd name="connsiteX0" fmla="*/ 5949 w 322941"/>
                  <a:gd name="connsiteY0" fmla="*/ 85445 h 216890"/>
                  <a:gd name="connsiteX1" fmla="*/ 2521 w 322941"/>
                  <a:gd name="connsiteY1" fmla="*/ 89636 h 216890"/>
                  <a:gd name="connsiteX2" fmla="*/ 48240 w 322941"/>
                  <a:gd name="connsiteY2" fmla="*/ 139166 h 216890"/>
                  <a:gd name="connsiteX3" fmla="*/ 149967 w 322941"/>
                  <a:gd name="connsiteY3" fmla="*/ 101 h 216890"/>
                  <a:gd name="connsiteX4" fmla="*/ 107676 w 322941"/>
                  <a:gd name="connsiteY4" fmla="*/ 163550 h 216890"/>
                  <a:gd name="connsiteX5" fmla="*/ 199116 w 322941"/>
                  <a:gd name="connsiteY5" fmla="*/ 24866 h 216890"/>
                  <a:gd name="connsiteX6" fmla="*/ 167112 w 322941"/>
                  <a:gd name="connsiteY6" fmla="*/ 190982 h 216890"/>
                  <a:gd name="connsiteX7" fmla="*/ 253599 w 322941"/>
                  <a:gd name="connsiteY7" fmla="*/ 63728 h 216890"/>
                  <a:gd name="connsiteX8" fmla="*/ 248265 w 322941"/>
                  <a:gd name="connsiteY8" fmla="*/ 170027 h 216890"/>
                  <a:gd name="connsiteX9" fmla="*/ 322941 w 322941"/>
                  <a:gd name="connsiteY9" fmla="*/ 216890 h 216890"/>
                  <a:gd name="connsiteX0" fmla="*/ 8 w 317000"/>
                  <a:gd name="connsiteY0" fmla="*/ 85445 h 216890"/>
                  <a:gd name="connsiteX1" fmla="*/ 40395 w 317000"/>
                  <a:gd name="connsiteY1" fmla="*/ 53441 h 216890"/>
                  <a:gd name="connsiteX2" fmla="*/ 42299 w 317000"/>
                  <a:gd name="connsiteY2" fmla="*/ 139166 h 216890"/>
                  <a:gd name="connsiteX3" fmla="*/ 144026 w 317000"/>
                  <a:gd name="connsiteY3" fmla="*/ 101 h 216890"/>
                  <a:gd name="connsiteX4" fmla="*/ 101735 w 317000"/>
                  <a:gd name="connsiteY4" fmla="*/ 163550 h 216890"/>
                  <a:gd name="connsiteX5" fmla="*/ 193175 w 317000"/>
                  <a:gd name="connsiteY5" fmla="*/ 24866 h 216890"/>
                  <a:gd name="connsiteX6" fmla="*/ 161171 w 317000"/>
                  <a:gd name="connsiteY6" fmla="*/ 190982 h 216890"/>
                  <a:gd name="connsiteX7" fmla="*/ 247658 w 317000"/>
                  <a:gd name="connsiteY7" fmla="*/ 63728 h 216890"/>
                  <a:gd name="connsiteX8" fmla="*/ 242324 w 317000"/>
                  <a:gd name="connsiteY8" fmla="*/ 170027 h 216890"/>
                  <a:gd name="connsiteX9" fmla="*/ 317000 w 317000"/>
                  <a:gd name="connsiteY9" fmla="*/ 216890 h 216890"/>
                  <a:gd name="connsiteX0" fmla="*/ 16284 w 333276"/>
                  <a:gd name="connsiteY0" fmla="*/ 85445 h 216890"/>
                  <a:gd name="connsiteX1" fmla="*/ 1426 w 333276"/>
                  <a:gd name="connsiteY1" fmla="*/ 110591 h 216890"/>
                  <a:gd name="connsiteX2" fmla="*/ 58575 w 333276"/>
                  <a:gd name="connsiteY2" fmla="*/ 139166 h 216890"/>
                  <a:gd name="connsiteX3" fmla="*/ 160302 w 333276"/>
                  <a:gd name="connsiteY3" fmla="*/ 101 h 216890"/>
                  <a:gd name="connsiteX4" fmla="*/ 118011 w 333276"/>
                  <a:gd name="connsiteY4" fmla="*/ 163550 h 216890"/>
                  <a:gd name="connsiteX5" fmla="*/ 209451 w 333276"/>
                  <a:gd name="connsiteY5" fmla="*/ 24866 h 216890"/>
                  <a:gd name="connsiteX6" fmla="*/ 177447 w 333276"/>
                  <a:gd name="connsiteY6" fmla="*/ 190982 h 216890"/>
                  <a:gd name="connsiteX7" fmla="*/ 263934 w 333276"/>
                  <a:gd name="connsiteY7" fmla="*/ 63728 h 216890"/>
                  <a:gd name="connsiteX8" fmla="*/ 258600 w 333276"/>
                  <a:gd name="connsiteY8" fmla="*/ 170027 h 216890"/>
                  <a:gd name="connsiteX9" fmla="*/ 333276 w 333276"/>
                  <a:gd name="connsiteY9" fmla="*/ 216890 h 216890"/>
                  <a:gd name="connsiteX0" fmla="*/ 66774 w 332331"/>
                  <a:gd name="connsiteY0" fmla="*/ 9245 h 216890"/>
                  <a:gd name="connsiteX1" fmla="*/ 481 w 332331"/>
                  <a:gd name="connsiteY1" fmla="*/ 110591 h 216890"/>
                  <a:gd name="connsiteX2" fmla="*/ 57630 w 332331"/>
                  <a:gd name="connsiteY2" fmla="*/ 139166 h 216890"/>
                  <a:gd name="connsiteX3" fmla="*/ 159357 w 332331"/>
                  <a:gd name="connsiteY3" fmla="*/ 101 h 216890"/>
                  <a:gd name="connsiteX4" fmla="*/ 117066 w 332331"/>
                  <a:gd name="connsiteY4" fmla="*/ 163550 h 216890"/>
                  <a:gd name="connsiteX5" fmla="*/ 208506 w 332331"/>
                  <a:gd name="connsiteY5" fmla="*/ 24866 h 216890"/>
                  <a:gd name="connsiteX6" fmla="*/ 176502 w 332331"/>
                  <a:gd name="connsiteY6" fmla="*/ 190982 h 216890"/>
                  <a:gd name="connsiteX7" fmla="*/ 262989 w 332331"/>
                  <a:gd name="connsiteY7" fmla="*/ 63728 h 216890"/>
                  <a:gd name="connsiteX8" fmla="*/ 257655 w 332331"/>
                  <a:gd name="connsiteY8" fmla="*/ 170027 h 216890"/>
                  <a:gd name="connsiteX9" fmla="*/ 332331 w 332331"/>
                  <a:gd name="connsiteY9" fmla="*/ 216890 h 216890"/>
                  <a:gd name="connsiteX0" fmla="*/ 19501 w 285058"/>
                  <a:gd name="connsiteY0" fmla="*/ 9245 h 216890"/>
                  <a:gd name="connsiteX1" fmla="*/ 6548 w 285058"/>
                  <a:gd name="connsiteY1" fmla="*/ 70586 h 216890"/>
                  <a:gd name="connsiteX2" fmla="*/ 10357 w 285058"/>
                  <a:gd name="connsiteY2" fmla="*/ 139166 h 216890"/>
                  <a:gd name="connsiteX3" fmla="*/ 112084 w 285058"/>
                  <a:gd name="connsiteY3" fmla="*/ 101 h 216890"/>
                  <a:gd name="connsiteX4" fmla="*/ 69793 w 285058"/>
                  <a:gd name="connsiteY4" fmla="*/ 163550 h 216890"/>
                  <a:gd name="connsiteX5" fmla="*/ 161233 w 285058"/>
                  <a:gd name="connsiteY5" fmla="*/ 24866 h 216890"/>
                  <a:gd name="connsiteX6" fmla="*/ 129229 w 285058"/>
                  <a:gd name="connsiteY6" fmla="*/ 190982 h 216890"/>
                  <a:gd name="connsiteX7" fmla="*/ 215716 w 285058"/>
                  <a:gd name="connsiteY7" fmla="*/ 63728 h 216890"/>
                  <a:gd name="connsiteX8" fmla="*/ 210382 w 285058"/>
                  <a:gd name="connsiteY8" fmla="*/ 170027 h 216890"/>
                  <a:gd name="connsiteX9" fmla="*/ 285058 w 285058"/>
                  <a:gd name="connsiteY9" fmla="*/ 216890 h 216890"/>
                  <a:gd name="connsiteX0" fmla="*/ 5 w 328427"/>
                  <a:gd name="connsiteY0" fmla="*/ 1625 h 216890"/>
                  <a:gd name="connsiteX1" fmla="*/ 49917 w 328427"/>
                  <a:gd name="connsiteY1" fmla="*/ 7058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5 w 328427"/>
                  <a:gd name="connsiteY0" fmla="*/ 1625 h 216890"/>
                  <a:gd name="connsiteX1" fmla="*/ 65157 w 328427"/>
                  <a:gd name="connsiteY1" fmla="*/ 5534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4 w 328426"/>
                  <a:gd name="connsiteY0" fmla="*/ 1625 h 216890"/>
                  <a:gd name="connsiteX1" fmla="*/ 82301 w 328426"/>
                  <a:gd name="connsiteY1" fmla="*/ 38201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4 w 328426"/>
                  <a:gd name="connsiteY0" fmla="*/ 1625 h 216890"/>
                  <a:gd name="connsiteX1" fmla="*/ 65156 w 328426"/>
                  <a:gd name="connsiteY1" fmla="*/ 36296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3 w 341760"/>
                  <a:gd name="connsiteY0" fmla="*/ 0 h 220980"/>
                  <a:gd name="connsiteX1" fmla="*/ 78490 w 341760"/>
                  <a:gd name="connsiteY1" fmla="*/ 40386 h 220980"/>
                  <a:gd name="connsiteX2" fmla="*/ 67059 w 341760"/>
                  <a:gd name="connsiteY2" fmla="*/ 143256 h 220980"/>
                  <a:gd name="connsiteX3" fmla="*/ 168786 w 341760"/>
                  <a:gd name="connsiteY3" fmla="*/ 4191 h 220980"/>
                  <a:gd name="connsiteX4" fmla="*/ 126495 w 341760"/>
                  <a:gd name="connsiteY4" fmla="*/ 167640 h 220980"/>
                  <a:gd name="connsiteX5" fmla="*/ 217935 w 341760"/>
                  <a:gd name="connsiteY5" fmla="*/ 28956 h 220980"/>
                  <a:gd name="connsiteX6" fmla="*/ 185931 w 341760"/>
                  <a:gd name="connsiteY6" fmla="*/ 195072 h 220980"/>
                  <a:gd name="connsiteX7" fmla="*/ 272418 w 341760"/>
                  <a:gd name="connsiteY7" fmla="*/ 67818 h 220980"/>
                  <a:gd name="connsiteX8" fmla="*/ 267084 w 341760"/>
                  <a:gd name="connsiteY8" fmla="*/ 174117 h 220980"/>
                  <a:gd name="connsiteX9" fmla="*/ 341760 w 341760"/>
                  <a:gd name="connsiteY9" fmla="*/ 220980 h 22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1760" h="220980">
                    <a:moveTo>
                      <a:pt x="3" y="0"/>
                    </a:moveTo>
                    <a:cubicBezTo>
                      <a:pt x="-568" y="698"/>
                      <a:pt x="71441" y="31433"/>
                      <a:pt x="78490" y="40386"/>
                    </a:cubicBezTo>
                    <a:cubicBezTo>
                      <a:pt x="85539" y="49340"/>
                      <a:pt x="42485" y="158179"/>
                      <a:pt x="67059" y="143256"/>
                    </a:cubicBezTo>
                    <a:cubicBezTo>
                      <a:pt x="82807" y="120142"/>
                      <a:pt x="158880" y="127"/>
                      <a:pt x="168786" y="4191"/>
                    </a:cubicBezTo>
                    <a:cubicBezTo>
                      <a:pt x="178692" y="8255"/>
                      <a:pt x="118304" y="163513"/>
                      <a:pt x="126495" y="167640"/>
                    </a:cubicBezTo>
                    <a:cubicBezTo>
                      <a:pt x="134686" y="171767"/>
                      <a:pt x="208029" y="24384"/>
                      <a:pt x="217935" y="28956"/>
                    </a:cubicBezTo>
                    <a:cubicBezTo>
                      <a:pt x="227841" y="33528"/>
                      <a:pt x="176851" y="188595"/>
                      <a:pt x="185931" y="195072"/>
                    </a:cubicBezTo>
                    <a:cubicBezTo>
                      <a:pt x="195012" y="201549"/>
                      <a:pt x="258893" y="71310"/>
                      <a:pt x="272418" y="67818"/>
                    </a:cubicBezTo>
                    <a:cubicBezTo>
                      <a:pt x="285943" y="64326"/>
                      <a:pt x="255527" y="148590"/>
                      <a:pt x="267084" y="174117"/>
                    </a:cubicBezTo>
                    <a:cubicBezTo>
                      <a:pt x="278641" y="199644"/>
                      <a:pt x="323282" y="210757"/>
                      <a:pt x="341760" y="220980"/>
                    </a:cubicBezTo>
                  </a:path>
                </a:pathLst>
              </a:cu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5" name="Pie 493">
                <a:extLst>
                  <a:ext uri="{FF2B5EF4-FFF2-40B4-BE49-F238E27FC236}">
                    <a16:creationId xmlns:a16="http://schemas.microsoft.com/office/drawing/2014/main" id="{2E4258E8-AB6D-49EB-B09C-FF5D8C56D1D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 flipH="1">
                <a:off x="25853723" y="1342527"/>
                <a:ext cx="1251081" cy="813324"/>
              </a:xfrm>
              <a:prstGeom prst="flowChartManualOperation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AD64CE8F-4AD9-4676-A22B-D0167C5BDDC4}"/>
                </a:ext>
              </a:extLst>
            </p:cNvPr>
            <p:cNvGrpSpPr/>
            <p:nvPr/>
          </p:nvGrpSpPr>
          <p:grpSpPr>
            <a:xfrm rot="5400000">
              <a:off x="1334867" y="14349298"/>
              <a:ext cx="1953291" cy="1251081"/>
              <a:chOff x="24932635" y="1123648"/>
              <a:chExt cx="1953291" cy="1251081"/>
            </a:xfrm>
          </p:grpSpPr>
          <p:sp>
            <p:nvSpPr>
              <p:cNvPr id="307" name="Freeform 494">
                <a:extLst>
                  <a:ext uri="{FF2B5EF4-FFF2-40B4-BE49-F238E27FC236}">
                    <a16:creationId xmlns:a16="http://schemas.microsoft.com/office/drawing/2014/main" id="{3616F4B8-7677-4F3D-AC14-C846369C4849}"/>
                  </a:ext>
                </a:extLst>
              </p:cNvPr>
              <p:cNvSpPr/>
              <p:nvPr/>
            </p:nvSpPr>
            <p:spPr>
              <a:xfrm rot="1563107" flipH="1">
                <a:off x="24932635" y="1477680"/>
                <a:ext cx="1037219" cy="670661"/>
              </a:xfrm>
              <a:custGeom>
                <a:avLst/>
                <a:gdLst>
                  <a:gd name="connsiteX0" fmla="*/ 0 w 262484"/>
                  <a:gd name="connsiteY0" fmla="*/ 146546 h 209479"/>
                  <a:gd name="connsiteX1" fmla="*/ 79248 w 262484"/>
                  <a:gd name="connsiteY1" fmla="*/ 242 h 209479"/>
                  <a:gd name="connsiteX2" fmla="*/ 42672 w 262484"/>
                  <a:gd name="connsiteY2" fmla="*/ 177026 h 209479"/>
                  <a:gd name="connsiteX3" fmla="*/ 134112 w 262484"/>
                  <a:gd name="connsiteY3" fmla="*/ 30722 h 209479"/>
                  <a:gd name="connsiteX4" fmla="*/ 109728 w 262484"/>
                  <a:gd name="connsiteY4" fmla="*/ 189218 h 209479"/>
                  <a:gd name="connsiteX5" fmla="*/ 182880 w 262484"/>
                  <a:gd name="connsiteY5" fmla="*/ 73394 h 209479"/>
                  <a:gd name="connsiteX6" fmla="*/ 188976 w 262484"/>
                  <a:gd name="connsiteY6" fmla="*/ 158738 h 209479"/>
                  <a:gd name="connsiteX7" fmla="*/ 256032 w 262484"/>
                  <a:gd name="connsiteY7" fmla="*/ 207506 h 209479"/>
                  <a:gd name="connsiteX8" fmla="*/ 256032 w 262484"/>
                  <a:gd name="connsiteY8" fmla="*/ 195314 h 209479"/>
                  <a:gd name="connsiteX0" fmla="*/ 0 w 300512"/>
                  <a:gd name="connsiteY0" fmla="*/ 146546 h 223411"/>
                  <a:gd name="connsiteX1" fmla="*/ 79248 w 300512"/>
                  <a:gd name="connsiteY1" fmla="*/ 242 h 223411"/>
                  <a:gd name="connsiteX2" fmla="*/ 42672 w 300512"/>
                  <a:gd name="connsiteY2" fmla="*/ 177026 h 223411"/>
                  <a:gd name="connsiteX3" fmla="*/ 134112 w 300512"/>
                  <a:gd name="connsiteY3" fmla="*/ 30722 h 223411"/>
                  <a:gd name="connsiteX4" fmla="*/ 109728 w 300512"/>
                  <a:gd name="connsiteY4" fmla="*/ 189218 h 223411"/>
                  <a:gd name="connsiteX5" fmla="*/ 182880 w 300512"/>
                  <a:gd name="connsiteY5" fmla="*/ 73394 h 223411"/>
                  <a:gd name="connsiteX6" fmla="*/ 188976 w 300512"/>
                  <a:gd name="connsiteY6" fmla="*/ 158738 h 223411"/>
                  <a:gd name="connsiteX7" fmla="*/ 256032 w 300512"/>
                  <a:gd name="connsiteY7" fmla="*/ 207506 h 223411"/>
                  <a:gd name="connsiteX8" fmla="*/ 299847 w 300512"/>
                  <a:gd name="connsiteY8" fmla="*/ 220079 h 223411"/>
                  <a:gd name="connsiteX0" fmla="*/ 0 w 256032"/>
                  <a:gd name="connsiteY0" fmla="*/ 146546 h 207506"/>
                  <a:gd name="connsiteX1" fmla="*/ 79248 w 256032"/>
                  <a:gd name="connsiteY1" fmla="*/ 242 h 207506"/>
                  <a:gd name="connsiteX2" fmla="*/ 42672 w 256032"/>
                  <a:gd name="connsiteY2" fmla="*/ 177026 h 207506"/>
                  <a:gd name="connsiteX3" fmla="*/ 134112 w 256032"/>
                  <a:gd name="connsiteY3" fmla="*/ 30722 h 207506"/>
                  <a:gd name="connsiteX4" fmla="*/ 109728 w 256032"/>
                  <a:gd name="connsiteY4" fmla="*/ 189218 h 207506"/>
                  <a:gd name="connsiteX5" fmla="*/ 182880 w 256032"/>
                  <a:gd name="connsiteY5" fmla="*/ 73394 h 207506"/>
                  <a:gd name="connsiteX6" fmla="*/ 188976 w 256032"/>
                  <a:gd name="connsiteY6" fmla="*/ 158738 h 207506"/>
                  <a:gd name="connsiteX7" fmla="*/ 256032 w 256032"/>
                  <a:gd name="connsiteY7" fmla="*/ 207506 h 207506"/>
                  <a:gd name="connsiteX0" fmla="*/ 0 w 275082"/>
                  <a:gd name="connsiteY0" fmla="*/ 140948 h 207623"/>
                  <a:gd name="connsiteX1" fmla="*/ 98298 w 275082"/>
                  <a:gd name="connsiteY1" fmla="*/ 359 h 207623"/>
                  <a:gd name="connsiteX2" fmla="*/ 61722 w 275082"/>
                  <a:gd name="connsiteY2" fmla="*/ 177143 h 207623"/>
                  <a:gd name="connsiteX3" fmla="*/ 153162 w 275082"/>
                  <a:gd name="connsiteY3" fmla="*/ 30839 h 207623"/>
                  <a:gd name="connsiteX4" fmla="*/ 128778 w 275082"/>
                  <a:gd name="connsiteY4" fmla="*/ 189335 h 207623"/>
                  <a:gd name="connsiteX5" fmla="*/ 201930 w 275082"/>
                  <a:gd name="connsiteY5" fmla="*/ 73511 h 207623"/>
                  <a:gd name="connsiteX6" fmla="*/ 208026 w 275082"/>
                  <a:gd name="connsiteY6" fmla="*/ 158855 h 207623"/>
                  <a:gd name="connsiteX7" fmla="*/ 275082 w 275082"/>
                  <a:gd name="connsiteY7" fmla="*/ 207623 h 207623"/>
                  <a:gd name="connsiteX0" fmla="*/ 0 w 275082"/>
                  <a:gd name="connsiteY0" fmla="*/ 139053 h 205728"/>
                  <a:gd name="connsiteX1" fmla="*/ 94488 w 275082"/>
                  <a:gd name="connsiteY1" fmla="*/ 369 h 205728"/>
                  <a:gd name="connsiteX2" fmla="*/ 61722 w 275082"/>
                  <a:gd name="connsiteY2" fmla="*/ 175248 h 205728"/>
                  <a:gd name="connsiteX3" fmla="*/ 153162 w 275082"/>
                  <a:gd name="connsiteY3" fmla="*/ 28944 h 205728"/>
                  <a:gd name="connsiteX4" fmla="*/ 128778 w 275082"/>
                  <a:gd name="connsiteY4" fmla="*/ 187440 h 205728"/>
                  <a:gd name="connsiteX5" fmla="*/ 201930 w 275082"/>
                  <a:gd name="connsiteY5" fmla="*/ 71616 h 205728"/>
                  <a:gd name="connsiteX6" fmla="*/ 208026 w 275082"/>
                  <a:gd name="connsiteY6" fmla="*/ 156960 h 205728"/>
                  <a:gd name="connsiteX7" fmla="*/ 275082 w 275082"/>
                  <a:gd name="connsiteY7" fmla="*/ 205728 h 205728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53162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07823 w 275082"/>
                  <a:gd name="connsiteY4" fmla="*/ 19296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4310 w 275082"/>
                  <a:gd name="connsiteY5" fmla="*/ 5999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192786 w 275082"/>
                  <a:gd name="connsiteY6" fmla="*/ 170107 h 205540"/>
                  <a:gd name="connsiteX7" fmla="*/ 275082 w 275082"/>
                  <a:gd name="connsiteY7" fmla="*/ 205540 h 205540"/>
                  <a:gd name="connsiteX0" fmla="*/ 0 w 267462"/>
                  <a:gd name="connsiteY0" fmla="*/ 138865 h 216970"/>
                  <a:gd name="connsiteX1" fmla="*/ 94488 w 267462"/>
                  <a:gd name="connsiteY1" fmla="*/ 181 h 216970"/>
                  <a:gd name="connsiteX2" fmla="*/ 52197 w 267462"/>
                  <a:gd name="connsiteY2" fmla="*/ 163630 h 216970"/>
                  <a:gd name="connsiteX3" fmla="*/ 143637 w 267462"/>
                  <a:gd name="connsiteY3" fmla="*/ 24946 h 216970"/>
                  <a:gd name="connsiteX4" fmla="*/ 111633 w 267462"/>
                  <a:gd name="connsiteY4" fmla="*/ 191062 h 216970"/>
                  <a:gd name="connsiteX5" fmla="*/ 198120 w 267462"/>
                  <a:gd name="connsiteY5" fmla="*/ 63808 h 216970"/>
                  <a:gd name="connsiteX6" fmla="*/ 192786 w 267462"/>
                  <a:gd name="connsiteY6" fmla="*/ 170107 h 216970"/>
                  <a:gd name="connsiteX7" fmla="*/ 267462 w 267462"/>
                  <a:gd name="connsiteY7" fmla="*/ 216970 h 216970"/>
                  <a:gd name="connsiteX0" fmla="*/ 6703 w 274165"/>
                  <a:gd name="connsiteY0" fmla="*/ 138755 h 216860"/>
                  <a:gd name="connsiteX1" fmla="*/ 7084 w 274165"/>
                  <a:gd name="connsiteY1" fmla="*/ 142946 h 216860"/>
                  <a:gd name="connsiteX2" fmla="*/ 101191 w 274165"/>
                  <a:gd name="connsiteY2" fmla="*/ 71 h 216860"/>
                  <a:gd name="connsiteX3" fmla="*/ 58900 w 274165"/>
                  <a:gd name="connsiteY3" fmla="*/ 163520 h 216860"/>
                  <a:gd name="connsiteX4" fmla="*/ 150340 w 274165"/>
                  <a:gd name="connsiteY4" fmla="*/ 24836 h 216860"/>
                  <a:gd name="connsiteX5" fmla="*/ 118336 w 274165"/>
                  <a:gd name="connsiteY5" fmla="*/ 190952 h 216860"/>
                  <a:gd name="connsiteX6" fmla="*/ 204823 w 274165"/>
                  <a:gd name="connsiteY6" fmla="*/ 63698 h 216860"/>
                  <a:gd name="connsiteX7" fmla="*/ 199489 w 274165"/>
                  <a:gd name="connsiteY7" fmla="*/ 169997 h 216860"/>
                  <a:gd name="connsiteX8" fmla="*/ 274165 w 274165"/>
                  <a:gd name="connsiteY8" fmla="*/ 216860 h 216860"/>
                  <a:gd name="connsiteX0" fmla="*/ 6703 w 274165"/>
                  <a:gd name="connsiteY0" fmla="*/ 138865 h 216970"/>
                  <a:gd name="connsiteX1" fmla="*/ 7084 w 274165"/>
                  <a:gd name="connsiteY1" fmla="*/ 131626 h 216970"/>
                  <a:gd name="connsiteX2" fmla="*/ 101191 w 274165"/>
                  <a:gd name="connsiteY2" fmla="*/ 181 h 216970"/>
                  <a:gd name="connsiteX3" fmla="*/ 58900 w 274165"/>
                  <a:gd name="connsiteY3" fmla="*/ 163630 h 216970"/>
                  <a:gd name="connsiteX4" fmla="*/ 150340 w 274165"/>
                  <a:gd name="connsiteY4" fmla="*/ 24946 h 216970"/>
                  <a:gd name="connsiteX5" fmla="*/ 118336 w 274165"/>
                  <a:gd name="connsiteY5" fmla="*/ 191062 h 216970"/>
                  <a:gd name="connsiteX6" fmla="*/ 204823 w 274165"/>
                  <a:gd name="connsiteY6" fmla="*/ 63808 h 216970"/>
                  <a:gd name="connsiteX7" fmla="*/ 199489 w 274165"/>
                  <a:gd name="connsiteY7" fmla="*/ 170107 h 216970"/>
                  <a:gd name="connsiteX8" fmla="*/ 274165 w 274165"/>
                  <a:gd name="connsiteY8" fmla="*/ 216970 h 216970"/>
                  <a:gd name="connsiteX0" fmla="*/ 24483 w 291945"/>
                  <a:gd name="connsiteY0" fmla="*/ 138865 h 216970"/>
                  <a:gd name="connsiteX1" fmla="*/ 24864 w 291945"/>
                  <a:gd name="connsiteY1" fmla="*/ 131626 h 216970"/>
                  <a:gd name="connsiteX2" fmla="*/ 118971 w 291945"/>
                  <a:gd name="connsiteY2" fmla="*/ 181 h 216970"/>
                  <a:gd name="connsiteX3" fmla="*/ 76680 w 291945"/>
                  <a:gd name="connsiteY3" fmla="*/ 163630 h 216970"/>
                  <a:gd name="connsiteX4" fmla="*/ 168120 w 291945"/>
                  <a:gd name="connsiteY4" fmla="*/ 24946 h 216970"/>
                  <a:gd name="connsiteX5" fmla="*/ 136116 w 291945"/>
                  <a:gd name="connsiteY5" fmla="*/ 191062 h 216970"/>
                  <a:gd name="connsiteX6" fmla="*/ 222603 w 291945"/>
                  <a:gd name="connsiteY6" fmla="*/ 63808 h 216970"/>
                  <a:gd name="connsiteX7" fmla="*/ 217269 w 291945"/>
                  <a:gd name="connsiteY7" fmla="*/ 170107 h 216970"/>
                  <a:gd name="connsiteX8" fmla="*/ 291945 w 291945"/>
                  <a:gd name="connsiteY8" fmla="*/ 216970 h 216970"/>
                  <a:gd name="connsiteX0" fmla="*/ 11607 w 279069"/>
                  <a:gd name="connsiteY0" fmla="*/ 138890 h 216995"/>
                  <a:gd name="connsiteX1" fmla="*/ 31038 w 279069"/>
                  <a:gd name="connsiteY1" fmla="*/ 129746 h 216995"/>
                  <a:gd name="connsiteX2" fmla="*/ 106095 w 279069"/>
                  <a:gd name="connsiteY2" fmla="*/ 206 h 216995"/>
                  <a:gd name="connsiteX3" fmla="*/ 63804 w 279069"/>
                  <a:gd name="connsiteY3" fmla="*/ 163655 h 216995"/>
                  <a:gd name="connsiteX4" fmla="*/ 155244 w 279069"/>
                  <a:gd name="connsiteY4" fmla="*/ 24971 h 216995"/>
                  <a:gd name="connsiteX5" fmla="*/ 123240 w 279069"/>
                  <a:gd name="connsiteY5" fmla="*/ 191087 h 216995"/>
                  <a:gd name="connsiteX6" fmla="*/ 209727 w 279069"/>
                  <a:gd name="connsiteY6" fmla="*/ 63833 h 216995"/>
                  <a:gd name="connsiteX7" fmla="*/ 204393 w 279069"/>
                  <a:gd name="connsiteY7" fmla="*/ 170132 h 216995"/>
                  <a:gd name="connsiteX8" fmla="*/ 279069 w 279069"/>
                  <a:gd name="connsiteY8" fmla="*/ 216995 h 216995"/>
                  <a:gd name="connsiteX0" fmla="*/ 15180 w 276927"/>
                  <a:gd name="connsiteY0" fmla="*/ 51260 h 216995"/>
                  <a:gd name="connsiteX1" fmla="*/ 28896 w 276927"/>
                  <a:gd name="connsiteY1" fmla="*/ 129746 h 216995"/>
                  <a:gd name="connsiteX2" fmla="*/ 103953 w 276927"/>
                  <a:gd name="connsiteY2" fmla="*/ 206 h 216995"/>
                  <a:gd name="connsiteX3" fmla="*/ 61662 w 276927"/>
                  <a:gd name="connsiteY3" fmla="*/ 163655 h 216995"/>
                  <a:gd name="connsiteX4" fmla="*/ 153102 w 276927"/>
                  <a:gd name="connsiteY4" fmla="*/ 24971 h 216995"/>
                  <a:gd name="connsiteX5" fmla="*/ 121098 w 276927"/>
                  <a:gd name="connsiteY5" fmla="*/ 191087 h 216995"/>
                  <a:gd name="connsiteX6" fmla="*/ 207585 w 276927"/>
                  <a:gd name="connsiteY6" fmla="*/ 63833 h 216995"/>
                  <a:gd name="connsiteX7" fmla="*/ 202251 w 276927"/>
                  <a:gd name="connsiteY7" fmla="*/ 170132 h 216995"/>
                  <a:gd name="connsiteX8" fmla="*/ 276927 w 276927"/>
                  <a:gd name="connsiteY8" fmla="*/ 216995 h 216995"/>
                  <a:gd name="connsiteX0" fmla="*/ 34758 w 296505"/>
                  <a:gd name="connsiteY0" fmla="*/ 51155 h 216890"/>
                  <a:gd name="connsiteX1" fmla="*/ 21804 w 296505"/>
                  <a:gd name="connsiteY1" fmla="*/ 139166 h 216890"/>
                  <a:gd name="connsiteX2" fmla="*/ 123531 w 296505"/>
                  <a:gd name="connsiteY2" fmla="*/ 101 h 216890"/>
                  <a:gd name="connsiteX3" fmla="*/ 81240 w 296505"/>
                  <a:gd name="connsiteY3" fmla="*/ 163550 h 216890"/>
                  <a:gd name="connsiteX4" fmla="*/ 172680 w 296505"/>
                  <a:gd name="connsiteY4" fmla="*/ 24866 h 216890"/>
                  <a:gd name="connsiteX5" fmla="*/ 140676 w 296505"/>
                  <a:gd name="connsiteY5" fmla="*/ 190982 h 216890"/>
                  <a:gd name="connsiteX6" fmla="*/ 227163 w 296505"/>
                  <a:gd name="connsiteY6" fmla="*/ 63728 h 216890"/>
                  <a:gd name="connsiteX7" fmla="*/ 221829 w 296505"/>
                  <a:gd name="connsiteY7" fmla="*/ 170027 h 216890"/>
                  <a:gd name="connsiteX8" fmla="*/ 296505 w 296505"/>
                  <a:gd name="connsiteY8" fmla="*/ 216890 h 216890"/>
                  <a:gd name="connsiteX0" fmla="*/ 1399 w 318391"/>
                  <a:gd name="connsiteY0" fmla="*/ 85445 h 216890"/>
                  <a:gd name="connsiteX1" fmla="*/ 43690 w 318391"/>
                  <a:gd name="connsiteY1" fmla="*/ 139166 h 216890"/>
                  <a:gd name="connsiteX2" fmla="*/ 145417 w 318391"/>
                  <a:gd name="connsiteY2" fmla="*/ 101 h 216890"/>
                  <a:gd name="connsiteX3" fmla="*/ 103126 w 318391"/>
                  <a:gd name="connsiteY3" fmla="*/ 163550 h 216890"/>
                  <a:gd name="connsiteX4" fmla="*/ 194566 w 318391"/>
                  <a:gd name="connsiteY4" fmla="*/ 24866 h 216890"/>
                  <a:gd name="connsiteX5" fmla="*/ 162562 w 318391"/>
                  <a:gd name="connsiteY5" fmla="*/ 190982 h 216890"/>
                  <a:gd name="connsiteX6" fmla="*/ 249049 w 318391"/>
                  <a:gd name="connsiteY6" fmla="*/ 63728 h 216890"/>
                  <a:gd name="connsiteX7" fmla="*/ 243715 w 318391"/>
                  <a:gd name="connsiteY7" fmla="*/ 170027 h 216890"/>
                  <a:gd name="connsiteX8" fmla="*/ 318391 w 318391"/>
                  <a:gd name="connsiteY8" fmla="*/ 216890 h 216890"/>
                  <a:gd name="connsiteX0" fmla="*/ 5949 w 322941"/>
                  <a:gd name="connsiteY0" fmla="*/ 85445 h 216890"/>
                  <a:gd name="connsiteX1" fmla="*/ 2521 w 322941"/>
                  <a:gd name="connsiteY1" fmla="*/ 89636 h 216890"/>
                  <a:gd name="connsiteX2" fmla="*/ 48240 w 322941"/>
                  <a:gd name="connsiteY2" fmla="*/ 139166 h 216890"/>
                  <a:gd name="connsiteX3" fmla="*/ 149967 w 322941"/>
                  <a:gd name="connsiteY3" fmla="*/ 101 h 216890"/>
                  <a:gd name="connsiteX4" fmla="*/ 107676 w 322941"/>
                  <a:gd name="connsiteY4" fmla="*/ 163550 h 216890"/>
                  <a:gd name="connsiteX5" fmla="*/ 199116 w 322941"/>
                  <a:gd name="connsiteY5" fmla="*/ 24866 h 216890"/>
                  <a:gd name="connsiteX6" fmla="*/ 167112 w 322941"/>
                  <a:gd name="connsiteY6" fmla="*/ 190982 h 216890"/>
                  <a:gd name="connsiteX7" fmla="*/ 253599 w 322941"/>
                  <a:gd name="connsiteY7" fmla="*/ 63728 h 216890"/>
                  <a:gd name="connsiteX8" fmla="*/ 248265 w 322941"/>
                  <a:gd name="connsiteY8" fmla="*/ 170027 h 216890"/>
                  <a:gd name="connsiteX9" fmla="*/ 322941 w 322941"/>
                  <a:gd name="connsiteY9" fmla="*/ 216890 h 216890"/>
                  <a:gd name="connsiteX0" fmla="*/ 8 w 317000"/>
                  <a:gd name="connsiteY0" fmla="*/ 85445 h 216890"/>
                  <a:gd name="connsiteX1" fmla="*/ 40395 w 317000"/>
                  <a:gd name="connsiteY1" fmla="*/ 53441 h 216890"/>
                  <a:gd name="connsiteX2" fmla="*/ 42299 w 317000"/>
                  <a:gd name="connsiteY2" fmla="*/ 139166 h 216890"/>
                  <a:gd name="connsiteX3" fmla="*/ 144026 w 317000"/>
                  <a:gd name="connsiteY3" fmla="*/ 101 h 216890"/>
                  <a:gd name="connsiteX4" fmla="*/ 101735 w 317000"/>
                  <a:gd name="connsiteY4" fmla="*/ 163550 h 216890"/>
                  <a:gd name="connsiteX5" fmla="*/ 193175 w 317000"/>
                  <a:gd name="connsiteY5" fmla="*/ 24866 h 216890"/>
                  <a:gd name="connsiteX6" fmla="*/ 161171 w 317000"/>
                  <a:gd name="connsiteY6" fmla="*/ 190982 h 216890"/>
                  <a:gd name="connsiteX7" fmla="*/ 247658 w 317000"/>
                  <a:gd name="connsiteY7" fmla="*/ 63728 h 216890"/>
                  <a:gd name="connsiteX8" fmla="*/ 242324 w 317000"/>
                  <a:gd name="connsiteY8" fmla="*/ 170027 h 216890"/>
                  <a:gd name="connsiteX9" fmla="*/ 317000 w 317000"/>
                  <a:gd name="connsiteY9" fmla="*/ 216890 h 216890"/>
                  <a:gd name="connsiteX0" fmla="*/ 16284 w 333276"/>
                  <a:gd name="connsiteY0" fmla="*/ 85445 h 216890"/>
                  <a:gd name="connsiteX1" fmla="*/ 1426 w 333276"/>
                  <a:gd name="connsiteY1" fmla="*/ 110591 h 216890"/>
                  <a:gd name="connsiteX2" fmla="*/ 58575 w 333276"/>
                  <a:gd name="connsiteY2" fmla="*/ 139166 h 216890"/>
                  <a:gd name="connsiteX3" fmla="*/ 160302 w 333276"/>
                  <a:gd name="connsiteY3" fmla="*/ 101 h 216890"/>
                  <a:gd name="connsiteX4" fmla="*/ 118011 w 333276"/>
                  <a:gd name="connsiteY4" fmla="*/ 163550 h 216890"/>
                  <a:gd name="connsiteX5" fmla="*/ 209451 w 333276"/>
                  <a:gd name="connsiteY5" fmla="*/ 24866 h 216890"/>
                  <a:gd name="connsiteX6" fmla="*/ 177447 w 333276"/>
                  <a:gd name="connsiteY6" fmla="*/ 190982 h 216890"/>
                  <a:gd name="connsiteX7" fmla="*/ 263934 w 333276"/>
                  <a:gd name="connsiteY7" fmla="*/ 63728 h 216890"/>
                  <a:gd name="connsiteX8" fmla="*/ 258600 w 333276"/>
                  <a:gd name="connsiteY8" fmla="*/ 170027 h 216890"/>
                  <a:gd name="connsiteX9" fmla="*/ 333276 w 333276"/>
                  <a:gd name="connsiteY9" fmla="*/ 216890 h 216890"/>
                  <a:gd name="connsiteX0" fmla="*/ 66774 w 332331"/>
                  <a:gd name="connsiteY0" fmla="*/ 9245 h 216890"/>
                  <a:gd name="connsiteX1" fmla="*/ 481 w 332331"/>
                  <a:gd name="connsiteY1" fmla="*/ 110591 h 216890"/>
                  <a:gd name="connsiteX2" fmla="*/ 57630 w 332331"/>
                  <a:gd name="connsiteY2" fmla="*/ 139166 h 216890"/>
                  <a:gd name="connsiteX3" fmla="*/ 159357 w 332331"/>
                  <a:gd name="connsiteY3" fmla="*/ 101 h 216890"/>
                  <a:gd name="connsiteX4" fmla="*/ 117066 w 332331"/>
                  <a:gd name="connsiteY4" fmla="*/ 163550 h 216890"/>
                  <a:gd name="connsiteX5" fmla="*/ 208506 w 332331"/>
                  <a:gd name="connsiteY5" fmla="*/ 24866 h 216890"/>
                  <a:gd name="connsiteX6" fmla="*/ 176502 w 332331"/>
                  <a:gd name="connsiteY6" fmla="*/ 190982 h 216890"/>
                  <a:gd name="connsiteX7" fmla="*/ 262989 w 332331"/>
                  <a:gd name="connsiteY7" fmla="*/ 63728 h 216890"/>
                  <a:gd name="connsiteX8" fmla="*/ 257655 w 332331"/>
                  <a:gd name="connsiteY8" fmla="*/ 170027 h 216890"/>
                  <a:gd name="connsiteX9" fmla="*/ 332331 w 332331"/>
                  <a:gd name="connsiteY9" fmla="*/ 216890 h 216890"/>
                  <a:gd name="connsiteX0" fmla="*/ 19501 w 285058"/>
                  <a:gd name="connsiteY0" fmla="*/ 9245 h 216890"/>
                  <a:gd name="connsiteX1" fmla="*/ 6548 w 285058"/>
                  <a:gd name="connsiteY1" fmla="*/ 70586 h 216890"/>
                  <a:gd name="connsiteX2" fmla="*/ 10357 w 285058"/>
                  <a:gd name="connsiteY2" fmla="*/ 139166 h 216890"/>
                  <a:gd name="connsiteX3" fmla="*/ 112084 w 285058"/>
                  <a:gd name="connsiteY3" fmla="*/ 101 h 216890"/>
                  <a:gd name="connsiteX4" fmla="*/ 69793 w 285058"/>
                  <a:gd name="connsiteY4" fmla="*/ 163550 h 216890"/>
                  <a:gd name="connsiteX5" fmla="*/ 161233 w 285058"/>
                  <a:gd name="connsiteY5" fmla="*/ 24866 h 216890"/>
                  <a:gd name="connsiteX6" fmla="*/ 129229 w 285058"/>
                  <a:gd name="connsiteY6" fmla="*/ 190982 h 216890"/>
                  <a:gd name="connsiteX7" fmla="*/ 215716 w 285058"/>
                  <a:gd name="connsiteY7" fmla="*/ 63728 h 216890"/>
                  <a:gd name="connsiteX8" fmla="*/ 210382 w 285058"/>
                  <a:gd name="connsiteY8" fmla="*/ 170027 h 216890"/>
                  <a:gd name="connsiteX9" fmla="*/ 285058 w 285058"/>
                  <a:gd name="connsiteY9" fmla="*/ 216890 h 216890"/>
                  <a:gd name="connsiteX0" fmla="*/ 5 w 328427"/>
                  <a:gd name="connsiteY0" fmla="*/ 1625 h 216890"/>
                  <a:gd name="connsiteX1" fmla="*/ 49917 w 328427"/>
                  <a:gd name="connsiteY1" fmla="*/ 7058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5 w 328427"/>
                  <a:gd name="connsiteY0" fmla="*/ 1625 h 216890"/>
                  <a:gd name="connsiteX1" fmla="*/ 65157 w 328427"/>
                  <a:gd name="connsiteY1" fmla="*/ 5534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4 w 328426"/>
                  <a:gd name="connsiteY0" fmla="*/ 1625 h 216890"/>
                  <a:gd name="connsiteX1" fmla="*/ 82301 w 328426"/>
                  <a:gd name="connsiteY1" fmla="*/ 38201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4 w 328426"/>
                  <a:gd name="connsiteY0" fmla="*/ 1625 h 216890"/>
                  <a:gd name="connsiteX1" fmla="*/ 65156 w 328426"/>
                  <a:gd name="connsiteY1" fmla="*/ 36296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3 w 341760"/>
                  <a:gd name="connsiteY0" fmla="*/ 0 h 220980"/>
                  <a:gd name="connsiteX1" fmla="*/ 78490 w 341760"/>
                  <a:gd name="connsiteY1" fmla="*/ 40386 h 220980"/>
                  <a:gd name="connsiteX2" fmla="*/ 67059 w 341760"/>
                  <a:gd name="connsiteY2" fmla="*/ 143256 h 220980"/>
                  <a:gd name="connsiteX3" fmla="*/ 168786 w 341760"/>
                  <a:gd name="connsiteY3" fmla="*/ 4191 h 220980"/>
                  <a:gd name="connsiteX4" fmla="*/ 126495 w 341760"/>
                  <a:gd name="connsiteY4" fmla="*/ 167640 h 220980"/>
                  <a:gd name="connsiteX5" fmla="*/ 217935 w 341760"/>
                  <a:gd name="connsiteY5" fmla="*/ 28956 h 220980"/>
                  <a:gd name="connsiteX6" fmla="*/ 185931 w 341760"/>
                  <a:gd name="connsiteY6" fmla="*/ 195072 h 220980"/>
                  <a:gd name="connsiteX7" fmla="*/ 272418 w 341760"/>
                  <a:gd name="connsiteY7" fmla="*/ 67818 h 220980"/>
                  <a:gd name="connsiteX8" fmla="*/ 267084 w 341760"/>
                  <a:gd name="connsiteY8" fmla="*/ 174117 h 220980"/>
                  <a:gd name="connsiteX9" fmla="*/ 341760 w 341760"/>
                  <a:gd name="connsiteY9" fmla="*/ 220980 h 22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1760" h="220980">
                    <a:moveTo>
                      <a:pt x="3" y="0"/>
                    </a:moveTo>
                    <a:cubicBezTo>
                      <a:pt x="-568" y="698"/>
                      <a:pt x="71441" y="31433"/>
                      <a:pt x="78490" y="40386"/>
                    </a:cubicBezTo>
                    <a:cubicBezTo>
                      <a:pt x="85539" y="49340"/>
                      <a:pt x="42485" y="158179"/>
                      <a:pt x="67059" y="143256"/>
                    </a:cubicBezTo>
                    <a:cubicBezTo>
                      <a:pt x="82807" y="120142"/>
                      <a:pt x="158880" y="127"/>
                      <a:pt x="168786" y="4191"/>
                    </a:cubicBezTo>
                    <a:cubicBezTo>
                      <a:pt x="178692" y="8255"/>
                      <a:pt x="118304" y="163513"/>
                      <a:pt x="126495" y="167640"/>
                    </a:cubicBezTo>
                    <a:cubicBezTo>
                      <a:pt x="134686" y="171767"/>
                      <a:pt x="208029" y="24384"/>
                      <a:pt x="217935" y="28956"/>
                    </a:cubicBezTo>
                    <a:cubicBezTo>
                      <a:pt x="227841" y="33528"/>
                      <a:pt x="176851" y="188595"/>
                      <a:pt x="185931" y="195072"/>
                    </a:cubicBezTo>
                    <a:cubicBezTo>
                      <a:pt x="195012" y="201549"/>
                      <a:pt x="258893" y="71310"/>
                      <a:pt x="272418" y="67818"/>
                    </a:cubicBezTo>
                    <a:cubicBezTo>
                      <a:pt x="285943" y="64326"/>
                      <a:pt x="255527" y="148590"/>
                      <a:pt x="267084" y="174117"/>
                    </a:cubicBezTo>
                    <a:cubicBezTo>
                      <a:pt x="278641" y="199644"/>
                      <a:pt x="323282" y="210757"/>
                      <a:pt x="341760" y="220980"/>
                    </a:cubicBezTo>
                  </a:path>
                </a:pathLst>
              </a:cu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8" name="Pie 493">
                <a:extLst>
                  <a:ext uri="{FF2B5EF4-FFF2-40B4-BE49-F238E27FC236}">
                    <a16:creationId xmlns:a16="http://schemas.microsoft.com/office/drawing/2014/main" id="{716A7C50-DCA0-4D66-9D82-6FB388A5EB0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 flipH="1">
                <a:off x="25853723" y="1342527"/>
                <a:ext cx="1251081" cy="813324"/>
              </a:xfrm>
              <a:prstGeom prst="flowChartManualOperation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F895C776-20B4-4C7C-BEB6-5BA71FEAA1C6}"/>
                </a:ext>
              </a:extLst>
            </p:cNvPr>
            <p:cNvGrpSpPr/>
            <p:nvPr/>
          </p:nvGrpSpPr>
          <p:grpSpPr>
            <a:xfrm>
              <a:off x="5239329" y="18789005"/>
              <a:ext cx="652922" cy="720022"/>
              <a:chOff x="36090295" y="3317783"/>
              <a:chExt cx="652922" cy="720022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8BE1A589-DBF8-4F3C-89E6-EE4C214E153B}"/>
                  </a:ext>
                </a:extLst>
              </p:cNvPr>
              <p:cNvSpPr/>
              <p:nvPr/>
            </p:nvSpPr>
            <p:spPr>
              <a:xfrm rot="5400000" flipV="1">
                <a:off x="36056044" y="3357924"/>
                <a:ext cx="714132" cy="64563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87000"/>
                </a:schemeClr>
              </a:solidFill>
              <a:ln>
                <a:solidFill>
                  <a:schemeClr val="bg1">
                    <a:lumMod val="65000"/>
                    <a:alpha val="7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D0A2597F-F0B3-4BEA-906A-86E8DEAB2F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11180" y="3317783"/>
                <a:ext cx="632037" cy="705577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  <a:alpha val="9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5D2A5A9-F6CE-495F-9C37-02ED0A853C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1990" y="16594463"/>
              <a:ext cx="2908265" cy="10462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15FFDD2-FA66-4840-90C0-46426C996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9213" y="16600754"/>
              <a:ext cx="0" cy="1810209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CD429C2D-3238-4E66-AD1F-CB7F87FB4F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1736" y="14306488"/>
              <a:ext cx="0" cy="5540337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F2CC297-3C2B-4AB5-A79B-63624D243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5959" y="18395808"/>
              <a:ext cx="8425648" cy="30310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DDA7FEA-3399-4E1A-8C3F-A32C94004C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8347" y="19119119"/>
              <a:ext cx="3223797" cy="20588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25B5A5EF-3F80-4813-A5E3-ED290F9B44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8346" y="15970460"/>
              <a:ext cx="0" cy="3194393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E25558C-084F-4B43-8C05-EAB4DD392916}"/>
                </a:ext>
              </a:extLst>
            </p:cNvPr>
            <p:cNvSpPr txBox="1"/>
            <p:nvPr/>
          </p:nvSpPr>
          <p:spPr>
            <a:xfrm>
              <a:off x="1229177" y="13202226"/>
              <a:ext cx="19429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Wavelength Measure</a:t>
              </a: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EA20AD15-6C45-4C00-A9F0-F74E5E7D1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67178" y="7312856"/>
              <a:ext cx="0" cy="8559073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4C3F66AC-9254-46BC-B834-BE79F8D88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7713" y="14353329"/>
              <a:ext cx="0" cy="1537651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C022765D-C734-407E-BC0A-BB71DAF609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8525" y="15880700"/>
              <a:ext cx="4193895" cy="23342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9CCEF601-3C71-4D1D-9E19-98CF1F740E91}"/>
                </a:ext>
              </a:extLst>
            </p:cNvPr>
            <p:cNvSpPr/>
            <p:nvPr/>
          </p:nvSpPr>
          <p:spPr>
            <a:xfrm>
              <a:off x="9404450" y="1643520"/>
              <a:ext cx="4268148" cy="12690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/>
                <a:t>L1 Amp</a:t>
              </a: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43049D7-6CA3-4348-AE41-252C6F2B25C8}"/>
                </a:ext>
              </a:extLst>
            </p:cNvPr>
            <p:cNvSpPr/>
            <p:nvPr/>
          </p:nvSpPr>
          <p:spPr>
            <a:xfrm>
              <a:off x="11430000" y="289783"/>
              <a:ext cx="9126859" cy="18036317"/>
            </a:xfrm>
            <a:custGeom>
              <a:avLst/>
              <a:gdLst>
                <a:gd name="connsiteX0" fmla="*/ 7486650 w 9126859"/>
                <a:gd name="connsiteY0" fmla="*/ 18036317 h 18036317"/>
                <a:gd name="connsiteX1" fmla="*/ 8858250 w 9126859"/>
                <a:gd name="connsiteY1" fmla="*/ 2434367 h 18036317"/>
                <a:gd name="connsiteX2" fmla="*/ 2781300 w 9126859"/>
                <a:gd name="connsiteY2" fmla="*/ 15017 h 18036317"/>
                <a:gd name="connsiteX3" fmla="*/ 0 w 9126859"/>
                <a:gd name="connsiteY3" fmla="*/ 1348517 h 18036317"/>
                <a:gd name="connsiteX4" fmla="*/ 0 w 9126859"/>
                <a:gd name="connsiteY4" fmla="*/ 1348517 h 1803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6859" h="18036317">
                  <a:moveTo>
                    <a:pt x="7486650" y="18036317"/>
                  </a:moveTo>
                  <a:cubicBezTo>
                    <a:pt x="8564562" y="11737117"/>
                    <a:pt x="9642475" y="5437917"/>
                    <a:pt x="8858250" y="2434367"/>
                  </a:cubicBezTo>
                  <a:cubicBezTo>
                    <a:pt x="8074025" y="-569183"/>
                    <a:pt x="4257675" y="195992"/>
                    <a:pt x="2781300" y="15017"/>
                  </a:cubicBezTo>
                  <a:cubicBezTo>
                    <a:pt x="1304925" y="-165958"/>
                    <a:pt x="0" y="1348517"/>
                    <a:pt x="0" y="1348517"/>
                  </a:cubicBezTo>
                  <a:lnTo>
                    <a:pt x="0" y="1348517"/>
                  </a:lnTo>
                </a:path>
              </a:pathLst>
            </a:cu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2947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DC882-2025-4365-B1DE-DA929C85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6146D-0719-497F-A063-BE37142F1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3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roup 319">
            <a:extLst>
              <a:ext uri="{FF2B5EF4-FFF2-40B4-BE49-F238E27FC236}">
                <a16:creationId xmlns:a16="http://schemas.microsoft.com/office/drawing/2014/main" id="{4C10A20D-5054-4651-97B4-B7D73C2B0A83}"/>
              </a:ext>
            </a:extLst>
          </p:cNvPr>
          <p:cNvGrpSpPr/>
          <p:nvPr/>
        </p:nvGrpSpPr>
        <p:grpSpPr>
          <a:xfrm>
            <a:off x="16554662" y="7413048"/>
            <a:ext cx="12836696" cy="19048287"/>
            <a:chOff x="3260220" y="745548"/>
            <a:chExt cx="12836696" cy="19048287"/>
          </a:xfrm>
        </p:grpSpPr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78DE41B7-E0EE-46F8-8502-4D58FE9B92D2}"/>
                </a:ext>
              </a:extLst>
            </p:cNvPr>
            <p:cNvSpPr txBox="1"/>
            <p:nvPr/>
          </p:nvSpPr>
          <p:spPr>
            <a:xfrm>
              <a:off x="4272835" y="745548"/>
              <a:ext cx="112875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Mixer</a:t>
              </a:r>
            </a:p>
          </p:txBody>
        </p: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870635C9-49BA-40F3-A8FC-0103D2078C36}"/>
                </a:ext>
              </a:extLst>
            </p:cNvPr>
            <p:cNvGrpSpPr/>
            <p:nvPr/>
          </p:nvGrpSpPr>
          <p:grpSpPr>
            <a:xfrm>
              <a:off x="3260220" y="2028621"/>
              <a:ext cx="12836696" cy="17765214"/>
              <a:chOff x="3260220" y="2028621"/>
              <a:chExt cx="12836696" cy="17765214"/>
            </a:xfrm>
          </p:grpSpPr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24FF0B77-5697-4D95-B5DF-9B72FF0AD80C}"/>
                  </a:ext>
                </a:extLst>
              </p:cNvPr>
              <p:cNvSpPr/>
              <p:nvPr/>
            </p:nvSpPr>
            <p:spPr>
              <a:xfrm>
                <a:off x="4152900" y="2028621"/>
                <a:ext cx="11791950" cy="17365165"/>
              </a:xfrm>
              <a:prstGeom prst="rect">
                <a:avLst/>
              </a:prstGeom>
              <a:solidFill>
                <a:schemeClr val="bg2">
                  <a:lumMod val="75000"/>
                  <a:alpha val="37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0484C457-6578-47E0-8303-26021957BCF2}"/>
                  </a:ext>
                </a:extLst>
              </p:cNvPr>
              <p:cNvGrpSpPr/>
              <p:nvPr/>
            </p:nvGrpSpPr>
            <p:grpSpPr>
              <a:xfrm>
                <a:off x="15270023" y="2526772"/>
                <a:ext cx="826893" cy="573256"/>
                <a:chOff x="12042239" y="11213695"/>
                <a:chExt cx="474882" cy="212668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444" name="Rounded Rectangle 539">
                  <a:extLst>
                    <a:ext uri="{FF2B5EF4-FFF2-40B4-BE49-F238E27FC236}">
                      <a16:creationId xmlns:a16="http://schemas.microsoft.com/office/drawing/2014/main" id="{3D6FCD86-6CB6-4ECE-A465-17D440F81CC2}"/>
                    </a:ext>
                  </a:extLst>
                </p:cNvPr>
                <p:cNvSpPr/>
                <p:nvPr/>
              </p:nvSpPr>
              <p:spPr>
                <a:xfrm>
                  <a:off x="12042239" y="11357661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445" name="Rounded Rectangle 540">
                  <a:extLst>
                    <a:ext uri="{FF2B5EF4-FFF2-40B4-BE49-F238E27FC236}">
                      <a16:creationId xmlns:a16="http://schemas.microsoft.com/office/drawing/2014/main" id="{08C0F92A-8367-4EAB-89B7-E6976A61FE40}"/>
                    </a:ext>
                  </a:extLst>
                </p:cNvPr>
                <p:cNvSpPr/>
                <p:nvPr/>
              </p:nvSpPr>
              <p:spPr>
                <a:xfrm>
                  <a:off x="12042239" y="11288609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446" name="Rounded Rectangle 541">
                  <a:extLst>
                    <a:ext uri="{FF2B5EF4-FFF2-40B4-BE49-F238E27FC236}">
                      <a16:creationId xmlns:a16="http://schemas.microsoft.com/office/drawing/2014/main" id="{4C5828A9-5978-4820-8549-0E383BE424BA}"/>
                    </a:ext>
                  </a:extLst>
                </p:cNvPr>
                <p:cNvSpPr/>
                <p:nvPr/>
              </p:nvSpPr>
              <p:spPr>
                <a:xfrm>
                  <a:off x="12042239" y="11213695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</p:grp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E0DD7548-93B1-4984-9EF5-D2C373DD8B65}"/>
                  </a:ext>
                </a:extLst>
              </p:cNvPr>
              <p:cNvGrpSpPr/>
              <p:nvPr/>
            </p:nvGrpSpPr>
            <p:grpSpPr>
              <a:xfrm>
                <a:off x="4830623" y="2526772"/>
                <a:ext cx="826893" cy="573256"/>
                <a:chOff x="12042239" y="11213695"/>
                <a:chExt cx="474882" cy="212668"/>
              </a:xfrm>
              <a:solidFill>
                <a:schemeClr val="tx1">
                  <a:lumMod val="75000"/>
                  <a:lumOff val="25000"/>
                </a:schemeClr>
              </a:solidFill>
            </p:grpSpPr>
            <p:sp>
              <p:nvSpPr>
                <p:cNvPr id="441" name="Rounded Rectangle 539">
                  <a:extLst>
                    <a:ext uri="{FF2B5EF4-FFF2-40B4-BE49-F238E27FC236}">
                      <a16:creationId xmlns:a16="http://schemas.microsoft.com/office/drawing/2014/main" id="{43FE22AA-931C-42D4-A9DA-313D5F69929C}"/>
                    </a:ext>
                  </a:extLst>
                </p:cNvPr>
                <p:cNvSpPr/>
                <p:nvPr/>
              </p:nvSpPr>
              <p:spPr>
                <a:xfrm>
                  <a:off x="12042239" y="11357661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442" name="Rounded Rectangle 540">
                  <a:extLst>
                    <a:ext uri="{FF2B5EF4-FFF2-40B4-BE49-F238E27FC236}">
                      <a16:creationId xmlns:a16="http://schemas.microsoft.com/office/drawing/2014/main" id="{32F4AAB6-C711-4EDF-979D-14ADD7EF0C99}"/>
                    </a:ext>
                  </a:extLst>
                </p:cNvPr>
                <p:cNvSpPr/>
                <p:nvPr/>
              </p:nvSpPr>
              <p:spPr>
                <a:xfrm>
                  <a:off x="12042239" y="11288609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443" name="Rounded Rectangle 541">
                  <a:extLst>
                    <a:ext uri="{FF2B5EF4-FFF2-40B4-BE49-F238E27FC236}">
                      <a16:creationId xmlns:a16="http://schemas.microsoft.com/office/drawing/2014/main" id="{7C4EBF26-FFED-4D2C-B10D-60076FF94742}"/>
                    </a:ext>
                  </a:extLst>
                </p:cNvPr>
                <p:cNvSpPr/>
                <p:nvPr/>
              </p:nvSpPr>
              <p:spPr>
                <a:xfrm>
                  <a:off x="12042239" y="11213695"/>
                  <a:ext cx="474882" cy="68702"/>
                </a:xfrm>
                <a:prstGeom prst="round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14096B0A-DA0E-4E25-A238-760562A8AF26}"/>
                  </a:ext>
                </a:extLst>
              </p:cNvPr>
              <p:cNvGrpSpPr/>
              <p:nvPr/>
            </p:nvGrpSpPr>
            <p:grpSpPr>
              <a:xfrm rot="16200000">
                <a:off x="9730526" y="18191649"/>
                <a:ext cx="1953291" cy="1251081"/>
                <a:chOff x="24932635" y="1123648"/>
                <a:chExt cx="1953291" cy="1251081"/>
              </a:xfrm>
            </p:grpSpPr>
            <p:sp>
              <p:nvSpPr>
                <p:cNvPr id="439" name="Freeform 494">
                  <a:extLst>
                    <a:ext uri="{FF2B5EF4-FFF2-40B4-BE49-F238E27FC236}">
                      <a16:creationId xmlns:a16="http://schemas.microsoft.com/office/drawing/2014/main" id="{CA8928E8-0061-484D-B0DC-92385606FAFC}"/>
                    </a:ext>
                  </a:extLst>
                </p:cNvPr>
                <p:cNvSpPr/>
                <p:nvPr/>
              </p:nvSpPr>
              <p:spPr>
                <a:xfrm rot="1563107" flipH="1">
                  <a:off x="24932635" y="1477680"/>
                  <a:ext cx="1037219" cy="670661"/>
                </a:xfrm>
                <a:custGeom>
                  <a:avLst/>
                  <a:gdLst>
                    <a:gd name="connsiteX0" fmla="*/ 0 w 262484"/>
                    <a:gd name="connsiteY0" fmla="*/ 146546 h 209479"/>
                    <a:gd name="connsiteX1" fmla="*/ 79248 w 262484"/>
                    <a:gd name="connsiteY1" fmla="*/ 242 h 209479"/>
                    <a:gd name="connsiteX2" fmla="*/ 42672 w 262484"/>
                    <a:gd name="connsiteY2" fmla="*/ 177026 h 209479"/>
                    <a:gd name="connsiteX3" fmla="*/ 134112 w 262484"/>
                    <a:gd name="connsiteY3" fmla="*/ 30722 h 209479"/>
                    <a:gd name="connsiteX4" fmla="*/ 109728 w 262484"/>
                    <a:gd name="connsiteY4" fmla="*/ 189218 h 209479"/>
                    <a:gd name="connsiteX5" fmla="*/ 182880 w 262484"/>
                    <a:gd name="connsiteY5" fmla="*/ 73394 h 209479"/>
                    <a:gd name="connsiteX6" fmla="*/ 188976 w 262484"/>
                    <a:gd name="connsiteY6" fmla="*/ 158738 h 209479"/>
                    <a:gd name="connsiteX7" fmla="*/ 256032 w 262484"/>
                    <a:gd name="connsiteY7" fmla="*/ 207506 h 209479"/>
                    <a:gd name="connsiteX8" fmla="*/ 256032 w 262484"/>
                    <a:gd name="connsiteY8" fmla="*/ 195314 h 209479"/>
                    <a:gd name="connsiteX0" fmla="*/ 0 w 300512"/>
                    <a:gd name="connsiteY0" fmla="*/ 146546 h 223411"/>
                    <a:gd name="connsiteX1" fmla="*/ 79248 w 300512"/>
                    <a:gd name="connsiteY1" fmla="*/ 242 h 223411"/>
                    <a:gd name="connsiteX2" fmla="*/ 42672 w 300512"/>
                    <a:gd name="connsiteY2" fmla="*/ 177026 h 223411"/>
                    <a:gd name="connsiteX3" fmla="*/ 134112 w 300512"/>
                    <a:gd name="connsiteY3" fmla="*/ 30722 h 223411"/>
                    <a:gd name="connsiteX4" fmla="*/ 109728 w 300512"/>
                    <a:gd name="connsiteY4" fmla="*/ 189218 h 223411"/>
                    <a:gd name="connsiteX5" fmla="*/ 182880 w 300512"/>
                    <a:gd name="connsiteY5" fmla="*/ 73394 h 223411"/>
                    <a:gd name="connsiteX6" fmla="*/ 188976 w 300512"/>
                    <a:gd name="connsiteY6" fmla="*/ 158738 h 223411"/>
                    <a:gd name="connsiteX7" fmla="*/ 256032 w 300512"/>
                    <a:gd name="connsiteY7" fmla="*/ 207506 h 223411"/>
                    <a:gd name="connsiteX8" fmla="*/ 299847 w 300512"/>
                    <a:gd name="connsiteY8" fmla="*/ 220079 h 223411"/>
                    <a:gd name="connsiteX0" fmla="*/ 0 w 256032"/>
                    <a:gd name="connsiteY0" fmla="*/ 146546 h 207506"/>
                    <a:gd name="connsiteX1" fmla="*/ 79248 w 256032"/>
                    <a:gd name="connsiteY1" fmla="*/ 242 h 207506"/>
                    <a:gd name="connsiteX2" fmla="*/ 42672 w 256032"/>
                    <a:gd name="connsiteY2" fmla="*/ 177026 h 207506"/>
                    <a:gd name="connsiteX3" fmla="*/ 134112 w 256032"/>
                    <a:gd name="connsiteY3" fmla="*/ 30722 h 207506"/>
                    <a:gd name="connsiteX4" fmla="*/ 109728 w 256032"/>
                    <a:gd name="connsiteY4" fmla="*/ 189218 h 207506"/>
                    <a:gd name="connsiteX5" fmla="*/ 182880 w 256032"/>
                    <a:gd name="connsiteY5" fmla="*/ 73394 h 207506"/>
                    <a:gd name="connsiteX6" fmla="*/ 188976 w 256032"/>
                    <a:gd name="connsiteY6" fmla="*/ 158738 h 207506"/>
                    <a:gd name="connsiteX7" fmla="*/ 256032 w 256032"/>
                    <a:gd name="connsiteY7" fmla="*/ 207506 h 207506"/>
                    <a:gd name="connsiteX0" fmla="*/ 0 w 275082"/>
                    <a:gd name="connsiteY0" fmla="*/ 140948 h 207623"/>
                    <a:gd name="connsiteX1" fmla="*/ 98298 w 275082"/>
                    <a:gd name="connsiteY1" fmla="*/ 359 h 207623"/>
                    <a:gd name="connsiteX2" fmla="*/ 61722 w 275082"/>
                    <a:gd name="connsiteY2" fmla="*/ 177143 h 207623"/>
                    <a:gd name="connsiteX3" fmla="*/ 153162 w 275082"/>
                    <a:gd name="connsiteY3" fmla="*/ 30839 h 207623"/>
                    <a:gd name="connsiteX4" fmla="*/ 128778 w 275082"/>
                    <a:gd name="connsiteY4" fmla="*/ 189335 h 207623"/>
                    <a:gd name="connsiteX5" fmla="*/ 201930 w 275082"/>
                    <a:gd name="connsiteY5" fmla="*/ 73511 h 207623"/>
                    <a:gd name="connsiteX6" fmla="*/ 208026 w 275082"/>
                    <a:gd name="connsiteY6" fmla="*/ 158855 h 207623"/>
                    <a:gd name="connsiteX7" fmla="*/ 275082 w 275082"/>
                    <a:gd name="connsiteY7" fmla="*/ 207623 h 207623"/>
                    <a:gd name="connsiteX0" fmla="*/ 0 w 275082"/>
                    <a:gd name="connsiteY0" fmla="*/ 139053 h 205728"/>
                    <a:gd name="connsiteX1" fmla="*/ 94488 w 275082"/>
                    <a:gd name="connsiteY1" fmla="*/ 369 h 205728"/>
                    <a:gd name="connsiteX2" fmla="*/ 61722 w 275082"/>
                    <a:gd name="connsiteY2" fmla="*/ 175248 h 205728"/>
                    <a:gd name="connsiteX3" fmla="*/ 153162 w 275082"/>
                    <a:gd name="connsiteY3" fmla="*/ 28944 h 205728"/>
                    <a:gd name="connsiteX4" fmla="*/ 128778 w 275082"/>
                    <a:gd name="connsiteY4" fmla="*/ 187440 h 205728"/>
                    <a:gd name="connsiteX5" fmla="*/ 201930 w 275082"/>
                    <a:gd name="connsiteY5" fmla="*/ 71616 h 205728"/>
                    <a:gd name="connsiteX6" fmla="*/ 208026 w 275082"/>
                    <a:gd name="connsiteY6" fmla="*/ 156960 h 205728"/>
                    <a:gd name="connsiteX7" fmla="*/ 275082 w 275082"/>
                    <a:gd name="connsiteY7" fmla="*/ 205728 h 205728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53162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07823 w 275082"/>
                    <a:gd name="connsiteY4" fmla="*/ 19296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4310 w 275082"/>
                    <a:gd name="connsiteY5" fmla="*/ 5999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192786 w 275082"/>
                    <a:gd name="connsiteY6" fmla="*/ 170107 h 205540"/>
                    <a:gd name="connsiteX7" fmla="*/ 275082 w 275082"/>
                    <a:gd name="connsiteY7" fmla="*/ 205540 h 205540"/>
                    <a:gd name="connsiteX0" fmla="*/ 0 w 267462"/>
                    <a:gd name="connsiteY0" fmla="*/ 138865 h 216970"/>
                    <a:gd name="connsiteX1" fmla="*/ 94488 w 267462"/>
                    <a:gd name="connsiteY1" fmla="*/ 181 h 216970"/>
                    <a:gd name="connsiteX2" fmla="*/ 52197 w 267462"/>
                    <a:gd name="connsiteY2" fmla="*/ 163630 h 216970"/>
                    <a:gd name="connsiteX3" fmla="*/ 143637 w 267462"/>
                    <a:gd name="connsiteY3" fmla="*/ 24946 h 216970"/>
                    <a:gd name="connsiteX4" fmla="*/ 111633 w 267462"/>
                    <a:gd name="connsiteY4" fmla="*/ 191062 h 216970"/>
                    <a:gd name="connsiteX5" fmla="*/ 198120 w 267462"/>
                    <a:gd name="connsiteY5" fmla="*/ 63808 h 216970"/>
                    <a:gd name="connsiteX6" fmla="*/ 192786 w 267462"/>
                    <a:gd name="connsiteY6" fmla="*/ 170107 h 216970"/>
                    <a:gd name="connsiteX7" fmla="*/ 267462 w 267462"/>
                    <a:gd name="connsiteY7" fmla="*/ 216970 h 216970"/>
                    <a:gd name="connsiteX0" fmla="*/ 6703 w 274165"/>
                    <a:gd name="connsiteY0" fmla="*/ 138755 h 216860"/>
                    <a:gd name="connsiteX1" fmla="*/ 7084 w 274165"/>
                    <a:gd name="connsiteY1" fmla="*/ 142946 h 216860"/>
                    <a:gd name="connsiteX2" fmla="*/ 101191 w 274165"/>
                    <a:gd name="connsiteY2" fmla="*/ 71 h 216860"/>
                    <a:gd name="connsiteX3" fmla="*/ 58900 w 274165"/>
                    <a:gd name="connsiteY3" fmla="*/ 163520 h 216860"/>
                    <a:gd name="connsiteX4" fmla="*/ 150340 w 274165"/>
                    <a:gd name="connsiteY4" fmla="*/ 24836 h 216860"/>
                    <a:gd name="connsiteX5" fmla="*/ 118336 w 274165"/>
                    <a:gd name="connsiteY5" fmla="*/ 190952 h 216860"/>
                    <a:gd name="connsiteX6" fmla="*/ 204823 w 274165"/>
                    <a:gd name="connsiteY6" fmla="*/ 63698 h 216860"/>
                    <a:gd name="connsiteX7" fmla="*/ 199489 w 274165"/>
                    <a:gd name="connsiteY7" fmla="*/ 169997 h 216860"/>
                    <a:gd name="connsiteX8" fmla="*/ 274165 w 274165"/>
                    <a:gd name="connsiteY8" fmla="*/ 216860 h 216860"/>
                    <a:gd name="connsiteX0" fmla="*/ 6703 w 274165"/>
                    <a:gd name="connsiteY0" fmla="*/ 138865 h 216970"/>
                    <a:gd name="connsiteX1" fmla="*/ 7084 w 274165"/>
                    <a:gd name="connsiteY1" fmla="*/ 131626 h 216970"/>
                    <a:gd name="connsiteX2" fmla="*/ 101191 w 274165"/>
                    <a:gd name="connsiteY2" fmla="*/ 181 h 216970"/>
                    <a:gd name="connsiteX3" fmla="*/ 58900 w 274165"/>
                    <a:gd name="connsiteY3" fmla="*/ 163630 h 216970"/>
                    <a:gd name="connsiteX4" fmla="*/ 150340 w 274165"/>
                    <a:gd name="connsiteY4" fmla="*/ 24946 h 216970"/>
                    <a:gd name="connsiteX5" fmla="*/ 118336 w 274165"/>
                    <a:gd name="connsiteY5" fmla="*/ 191062 h 216970"/>
                    <a:gd name="connsiteX6" fmla="*/ 204823 w 274165"/>
                    <a:gd name="connsiteY6" fmla="*/ 63808 h 216970"/>
                    <a:gd name="connsiteX7" fmla="*/ 199489 w 274165"/>
                    <a:gd name="connsiteY7" fmla="*/ 170107 h 216970"/>
                    <a:gd name="connsiteX8" fmla="*/ 274165 w 274165"/>
                    <a:gd name="connsiteY8" fmla="*/ 216970 h 216970"/>
                    <a:gd name="connsiteX0" fmla="*/ 24483 w 291945"/>
                    <a:gd name="connsiteY0" fmla="*/ 138865 h 216970"/>
                    <a:gd name="connsiteX1" fmla="*/ 24864 w 291945"/>
                    <a:gd name="connsiteY1" fmla="*/ 131626 h 216970"/>
                    <a:gd name="connsiteX2" fmla="*/ 118971 w 291945"/>
                    <a:gd name="connsiteY2" fmla="*/ 181 h 216970"/>
                    <a:gd name="connsiteX3" fmla="*/ 76680 w 291945"/>
                    <a:gd name="connsiteY3" fmla="*/ 163630 h 216970"/>
                    <a:gd name="connsiteX4" fmla="*/ 168120 w 291945"/>
                    <a:gd name="connsiteY4" fmla="*/ 24946 h 216970"/>
                    <a:gd name="connsiteX5" fmla="*/ 136116 w 291945"/>
                    <a:gd name="connsiteY5" fmla="*/ 191062 h 216970"/>
                    <a:gd name="connsiteX6" fmla="*/ 222603 w 291945"/>
                    <a:gd name="connsiteY6" fmla="*/ 63808 h 216970"/>
                    <a:gd name="connsiteX7" fmla="*/ 217269 w 291945"/>
                    <a:gd name="connsiteY7" fmla="*/ 170107 h 216970"/>
                    <a:gd name="connsiteX8" fmla="*/ 291945 w 291945"/>
                    <a:gd name="connsiteY8" fmla="*/ 216970 h 216970"/>
                    <a:gd name="connsiteX0" fmla="*/ 11607 w 279069"/>
                    <a:gd name="connsiteY0" fmla="*/ 138890 h 216995"/>
                    <a:gd name="connsiteX1" fmla="*/ 31038 w 279069"/>
                    <a:gd name="connsiteY1" fmla="*/ 129746 h 216995"/>
                    <a:gd name="connsiteX2" fmla="*/ 106095 w 279069"/>
                    <a:gd name="connsiteY2" fmla="*/ 206 h 216995"/>
                    <a:gd name="connsiteX3" fmla="*/ 63804 w 279069"/>
                    <a:gd name="connsiteY3" fmla="*/ 163655 h 216995"/>
                    <a:gd name="connsiteX4" fmla="*/ 155244 w 279069"/>
                    <a:gd name="connsiteY4" fmla="*/ 24971 h 216995"/>
                    <a:gd name="connsiteX5" fmla="*/ 123240 w 279069"/>
                    <a:gd name="connsiteY5" fmla="*/ 191087 h 216995"/>
                    <a:gd name="connsiteX6" fmla="*/ 209727 w 279069"/>
                    <a:gd name="connsiteY6" fmla="*/ 63833 h 216995"/>
                    <a:gd name="connsiteX7" fmla="*/ 204393 w 279069"/>
                    <a:gd name="connsiteY7" fmla="*/ 170132 h 216995"/>
                    <a:gd name="connsiteX8" fmla="*/ 279069 w 279069"/>
                    <a:gd name="connsiteY8" fmla="*/ 216995 h 216995"/>
                    <a:gd name="connsiteX0" fmla="*/ 15180 w 276927"/>
                    <a:gd name="connsiteY0" fmla="*/ 51260 h 216995"/>
                    <a:gd name="connsiteX1" fmla="*/ 28896 w 276927"/>
                    <a:gd name="connsiteY1" fmla="*/ 129746 h 216995"/>
                    <a:gd name="connsiteX2" fmla="*/ 103953 w 276927"/>
                    <a:gd name="connsiteY2" fmla="*/ 206 h 216995"/>
                    <a:gd name="connsiteX3" fmla="*/ 61662 w 276927"/>
                    <a:gd name="connsiteY3" fmla="*/ 163655 h 216995"/>
                    <a:gd name="connsiteX4" fmla="*/ 153102 w 276927"/>
                    <a:gd name="connsiteY4" fmla="*/ 24971 h 216995"/>
                    <a:gd name="connsiteX5" fmla="*/ 121098 w 276927"/>
                    <a:gd name="connsiteY5" fmla="*/ 191087 h 216995"/>
                    <a:gd name="connsiteX6" fmla="*/ 207585 w 276927"/>
                    <a:gd name="connsiteY6" fmla="*/ 63833 h 216995"/>
                    <a:gd name="connsiteX7" fmla="*/ 202251 w 276927"/>
                    <a:gd name="connsiteY7" fmla="*/ 170132 h 216995"/>
                    <a:gd name="connsiteX8" fmla="*/ 276927 w 276927"/>
                    <a:gd name="connsiteY8" fmla="*/ 216995 h 216995"/>
                    <a:gd name="connsiteX0" fmla="*/ 34758 w 296505"/>
                    <a:gd name="connsiteY0" fmla="*/ 51155 h 216890"/>
                    <a:gd name="connsiteX1" fmla="*/ 21804 w 296505"/>
                    <a:gd name="connsiteY1" fmla="*/ 139166 h 216890"/>
                    <a:gd name="connsiteX2" fmla="*/ 123531 w 296505"/>
                    <a:gd name="connsiteY2" fmla="*/ 101 h 216890"/>
                    <a:gd name="connsiteX3" fmla="*/ 81240 w 296505"/>
                    <a:gd name="connsiteY3" fmla="*/ 163550 h 216890"/>
                    <a:gd name="connsiteX4" fmla="*/ 172680 w 296505"/>
                    <a:gd name="connsiteY4" fmla="*/ 24866 h 216890"/>
                    <a:gd name="connsiteX5" fmla="*/ 140676 w 296505"/>
                    <a:gd name="connsiteY5" fmla="*/ 190982 h 216890"/>
                    <a:gd name="connsiteX6" fmla="*/ 227163 w 296505"/>
                    <a:gd name="connsiteY6" fmla="*/ 63728 h 216890"/>
                    <a:gd name="connsiteX7" fmla="*/ 221829 w 296505"/>
                    <a:gd name="connsiteY7" fmla="*/ 170027 h 216890"/>
                    <a:gd name="connsiteX8" fmla="*/ 296505 w 296505"/>
                    <a:gd name="connsiteY8" fmla="*/ 216890 h 216890"/>
                    <a:gd name="connsiteX0" fmla="*/ 1399 w 318391"/>
                    <a:gd name="connsiteY0" fmla="*/ 85445 h 216890"/>
                    <a:gd name="connsiteX1" fmla="*/ 43690 w 318391"/>
                    <a:gd name="connsiteY1" fmla="*/ 139166 h 216890"/>
                    <a:gd name="connsiteX2" fmla="*/ 145417 w 318391"/>
                    <a:gd name="connsiteY2" fmla="*/ 101 h 216890"/>
                    <a:gd name="connsiteX3" fmla="*/ 103126 w 318391"/>
                    <a:gd name="connsiteY3" fmla="*/ 163550 h 216890"/>
                    <a:gd name="connsiteX4" fmla="*/ 194566 w 318391"/>
                    <a:gd name="connsiteY4" fmla="*/ 24866 h 216890"/>
                    <a:gd name="connsiteX5" fmla="*/ 162562 w 318391"/>
                    <a:gd name="connsiteY5" fmla="*/ 190982 h 216890"/>
                    <a:gd name="connsiteX6" fmla="*/ 249049 w 318391"/>
                    <a:gd name="connsiteY6" fmla="*/ 63728 h 216890"/>
                    <a:gd name="connsiteX7" fmla="*/ 243715 w 318391"/>
                    <a:gd name="connsiteY7" fmla="*/ 170027 h 216890"/>
                    <a:gd name="connsiteX8" fmla="*/ 318391 w 318391"/>
                    <a:gd name="connsiteY8" fmla="*/ 216890 h 216890"/>
                    <a:gd name="connsiteX0" fmla="*/ 5949 w 322941"/>
                    <a:gd name="connsiteY0" fmla="*/ 85445 h 216890"/>
                    <a:gd name="connsiteX1" fmla="*/ 2521 w 322941"/>
                    <a:gd name="connsiteY1" fmla="*/ 89636 h 216890"/>
                    <a:gd name="connsiteX2" fmla="*/ 48240 w 322941"/>
                    <a:gd name="connsiteY2" fmla="*/ 139166 h 216890"/>
                    <a:gd name="connsiteX3" fmla="*/ 149967 w 322941"/>
                    <a:gd name="connsiteY3" fmla="*/ 101 h 216890"/>
                    <a:gd name="connsiteX4" fmla="*/ 107676 w 322941"/>
                    <a:gd name="connsiteY4" fmla="*/ 163550 h 216890"/>
                    <a:gd name="connsiteX5" fmla="*/ 199116 w 322941"/>
                    <a:gd name="connsiteY5" fmla="*/ 24866 h 216890"/>
                    <a:gd name="connsiteX6" fmla="*/ 167112 w 322941"/>
                    <a:gd name="connsiteY6" fmla="*/ 190982 h 216890"/>
                    <a:gd name="connsiteX7" fmla="*/ 253599 w 322941"/>
                    <a:gd name="connsiteY7" fmla="*/ 63728 h 216890"/>
                    <a:gd name="connsiteX8" fmla="*/ 248265 w 322941"/>
                    <a:gd name="connsiteY8" fmla="*/ 170027 h 216890"/>
                    <a:gd name="connsiteX9" fmla="*/ 322941 w 322941"/>
                    <a:gd name="connsiteY9" fmla="*/ 216890 h 216890"/>
                    <a:gd name="connsiteX0" fmla="*/ 8 w 317000"/>
                    <a:gd name="connsiteY0" fmla="*/ 85445 h 216890"/>
                    <a:gd name="connsiteX1" fmla="*/ 40395 w 317000"/>
                    <a:gd name="connsiteY1" fmla="*/ 53441 h 216890"/>
                    <a:gd name="connsiteX2" fmla="*/ 42299 w 317000"/>
                    <a:gd name="connsiteY2" fmla="*/ 139166 h 216890"/>
                    <a:gd name="connsiteX3" fmla="*/ 144026 w 317000"/>
                    <a:gd name="connsiteY3" fmla="*/ 101 h 216890"/>
                    <a:gd name="connsiteX4" fmla="*/ 101735 w 317000"/>
                    <a:gd name="connsiteY4" fmla="*/ 163550 h 216890"/>
                    <a:gd name="connsiteX5" fmla="*/ 193175 w 317000"/>
                    <a:gd name="connsiteY5" fmla="*/ 24866 h 216890"/>
                    <a:gd name="connsiteX6" fmla="*/ 161171 w 317000"/>
                    <a:gd name="connsiteY6" fmla="*/ 190982 h 216890"/>
                    <a:gd name="connsiteX7" fmla="*/ 247658 w 317000"/>
                    <a:gd name="connsiteY7" fmla="*/ 63728 h 216890"/>
                    <a:gd name="connsiteX8" fmla="*/ 242324 w 317000"/>
                    <a:gd name="connsiteY8" fmla="*/ 170027 h 216890"/>
                    <a:gd name="connsiteX9" fmla="*/ 317000 w 317000"/>
                    <a:gd name="connsiteY9" fmla="*/ 216890 h 216890"/>
                    <a:gd name="connsiteX0" fmla="*/ 16284 w 333276"/>
                    <a:gd name="connsiteY0" fmla="*/ 85445 h 216890"/>
                    <a:gd name="connsiteX1" fmla="*/ 1426 w 333276"/>
                    <a:gd name="connsiteY1" fmla="*/ 110591 h 216890"/>
                    <a:gd name="connsiteX2" fmla="*/ 58575 w 333276"/>
                    <a:gd name="connsiteY2" fmla="*/ 139166 h 216890"/>
                    <a:gd name="connsiteX3" fmla="*/ 160302 w 333276"/>
                    <a:gd name="connsiteY3" fmla="*/ 101 h 216890"/>
                    <a:gd name="connsiteX4" fmla="*/ 118011 w 333276"/>
                    <a:gd name="connsiteY4" fmla="*/ 163550 h 216890"/>
                    <a:gd name="connsiteX5" fmla="*/ 209451 w 333276"/>
                    <a:gd name="connsiteY5" fmla="*/ 24866 h 216890"/>
                    <a:gd name="connsiteX6" fmla="*/ 177447 w 333276"/>
                    <a:gd name="connsiteY6" fmla="*/ 190982 h 216890"/>
                    <a:gd name="connsiteX7" fmla="*/ 263934 w 333276"/>
                    <a:gd name="connsiteY7" fmla="*/ 63728 h 216890"/>
                    <a:gd name="connsiteX8" fmla="*/ 258600 w 333276"/>
                    <a:gd name="connsiteY8" fmla="*/ 170027 h 216890"/>
                    <a:gd name="connsiteX9" fmla="*/ 333276 w 333276"/>
                    <a:gd name="connsiteY9" fmla="*/ 216890 h 216890"/>
                    <a:gd name="connsiteX0" fmla="*/ 66774 w 332331"/>
                    <a:gd name="connsiteY0" fmla="*/ 9245 h 216890"/>
                    <a:gd name="connsiteX1" fmla="*/ 481 w 332331"/>
                    <a:gd name="connsiteY1" fmla="*/ 110591 h 216890"/>
                    <a:gd name="connsiteX2" fmla="*/ 57630 w 332331"/>
                    <a:gd name="connsiteY2" fmla="*/ 139166 h 216890"/>
                    <a:gd name="connsiteX3" fmla="*/ 159357 w 332331"/>
                    <a:gd name="connsiteY3" fmla="*/ 101 h 216890"/>
                    <a:gd name="connsiteX4" fmla="*/ 117066 w 332331"/>
                    <a:gd name="connsiteY4" fmla="*/ 163550 h 216890"/>
                    <a:gd name="connsiteX5" fmla="*/ 208506 w 332331"/>
                    <a:gd name="connsiteY5" fmla="*/ 24866 h 216890"/>
                    <a:gd name="connsiteX6" fmla="*/ 176502 w 332331"/>
                    <a:gd name="connsiteY6" fmla="*/ 190982 h 216890"/>
                    <a:gd name="connsiteX7" fmla="*/ 262989 w 332331"/>
                    <a:gd name="connsiteY7" fmla="*/ 63728 h 216890"/>
                    <a:gd name="connsiteX8" fmla="*/ 257655 w 332331"/>
                    <a:gd name="connsiteY8" fmla="*/ 170027 h 216890"/>
                    <a:gd name="connsiteX9" fmla="*/ 332331 w 332331"/>
                    <a:gd name="connsiteY9" fmla="*/ 216890 h 216890"/>
                    <a:gd name="connsiteX0" fmla="*/ 19501 w 285058"/>
                    <a:gd name="connsiteY0" fmla="*/ 9245 h 216890"/>
                    <a:gd name="connsiteX1" fmla="*/ 6548 w 285058"/>
                    <a:gd name="connsiteY1" fmla="*/ 70586 h 216890"/>
                    <a:gd name="connsiteX2" fmla="*/ 10357 w 285058"/>
                    <a:gd name="connsiteY2" fmla="*/ 139166 h 216890"/>
                    <a:gd name="connsiteX3" fmla="*/ 112084 w 285058"/>
                    <a:gd name="connsiteY3" fmla="*/ 101 h 216890"/>
                    <a:gd name="connsiteX4" fmla="*/ 69793 w 285058"/>
                    <a:gd name="connsiteY4" fmla="*/ 163550 h 216890"/>
                    <a:gd name="connsiteX5" fmla="*/ 161233 w 285058"/>
                    <a:gd name="connsiteY5" fmla="*/ 24866 h 216890"/>
                    <a:gd name="connsiteX6" fmla="*/ 129229 w 285058"/>
                    <a:gd name="connsiteY6" fmla="*/ 190982 h 216890"/>
                    <a:gd name="connsiteX7" fmla="*/ 215716 w 285058"/>
                    <a:gd name="connsiteY7" fmla="*/ 63728 h 216890"/>
                    <a:gd name="connsiteX8" fmla="*/ 210382 w 285058"/>
                    <a:gd name="connsiteY8" fmla="*/ 170027 h 216890"/>
                    <a:gd name="connsiteX9" fmla="*/ 285058 w 285058"/>
                    <a:gd name="connsiteY9" fmla="*/ 216890 h 216890"/>
                    <a:gd name="connsiteX0" fmla="*/ 5 w 328427"/>
                    <a:gd name="connsiteY0" fmla="*/ 1625 h 216890"/>
                    <a:gd name="connsiteX1" fmla="*/ 49917 w 328427"/>
                    <a:gd name="connsiteY1" fmla="*/ 7058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5 w 328427"/>
                    <a:gd name="connsiteY0" fmla="*/ 1625 h 216890"/>
                    <a:gd name="connsiteX1" fmla="*/ 65157 w 328427"/>
                    <a:gd name="connsiteY1" fmla="*/ 5534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4 w 328426"/>
                    <a:gd name="connsiteY0" fmla="*/ 1625 h 216890"/>
                    <a:gd name="connsiteX1" fmla="*/ 82301 w 328426"/>
                    <a:gd name="connsiteY1" fmla="*/ 38201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4 w 328426"/>
                    <a:gd name="connsiteY0" fmla="*/ 1625 h 216890"/>
                    <a:gd name="connsiteX1" fmla="*/ 65156 w 328426"/>
                    <a:gd name="connsiteY1" fmla="*/ 36296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3 w 341760"/>
                    <a:gd name="connsiteY0" fmla="*/ 0 h 220980"/>
                    <a:gd name="connsiteX1" fmla="*/ 78490 w 341760"/>
                    <a:gd name="connsiteY1" fmla="*/ 40386 h 220980"/>
                    <a:gd name="connsiteX2" fmla="*/ 67059 w 341760"/>
                    <a:gd name="connsiteY2" fmla="*/ 143256 h 220980"/>
                    <a:gd name="connsiteX3" fmla="*/ 168786 w 341760"/>
                    <a:gd name="connsiteY3" fmla="*/ 4191 h 220980"/>
                    <a:gd name="connsiteX4" fmla="*/ 126495 w 341760"/>
                    <a:gd name="connsiteY4" fmla="*/ 167640 h 220980"/>
                    <a:gd name="connsiteX5" fmla="*/ 217935 w 341760"/>
                    <a:gd name="connsiteY5" fmla="*/ 28956 h 220980"/>
                    <a:gd name="connsiteX6" fmla="*/ 185931 w 341760"/>
                    <a:gd name="connsiteY6" fmla="*/ 195072 h 220980"/>
                    <a:gd name="connsiteX7" fmla="*/ 272418 w 341760"/>
                    <a:gd name="connsiteY7" fmla="*/ 67818 h 220980"/>
                    <a:gd name="connsiteX8" fmla="*/ 267084 w 341760"/>
                    <a:gd name="connsiteY8" fmla="*/ 174117 h 220980"/>
                    <a:gd name="connsiteX9" fmla="*/ 341760 w 341760"/>
                    <a:gd name="connsiteY9" fmla="*/ 220980 h 220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1760" h="220980">
                      <a:moveTo>
                        <a:pt x="3" y="0"/>
                      </a:moveTo>
                      <a:cubicBezTo>
                        <a:pt x="-568" y="698"/>
                        <a:pt x="71441" y="31433"/>
                        <a:pt x="78490" y="40386"/>
                      </a:cubicBezTo>
                      <a:cubicBezTo>
                        <a:pt x="85539" y="49340"/>
                        <a:pt x="42485" y="158179"/>
                        <a:pt x="67059" y="143256"/>
                      </a:cubicBezTo>
                      <a:cubicBezTo>
                        <a:pt x="82807" y="120142"/>
                        <a:pt x="158880" y="127"/>
                        <a:pt x="168786" y="4191"/>
                      </a:cubicBezTo>
                      <a:cubicBezTo>
                        <a:pt x="178692" y="8255"/>
                        <a:pt x="118304" y="163513"/>
                        <a:pt x="126495" y="167640"/>
                      </a:cubicBezTo>
                      <a:cubicBezTo>
                        <a:pt x="134686" y="171767"/>
                        <a:pt x="208029" y="24384"/>
                        <a:pt x="217935" y="28956"/>
                      </a:cubicBezTo>
                      <a:cubicBezTo>
                        <a:pt x="227841" y="33528"/>
                        <a:pt x="176851" y="188595"/>
                        <a:pt x="185931" y="195072"/>
                      </a:cubicBezTo>
                      <a:cubicBezTo>
                        <a:pt x="195012" y="201549"/>
                        <a:pt x="258893" y="71310"/>
                        <a:pt x="272418" y="67818"/>
                      </a:cubicBezTo>
                      <a:cubicBezTo>
                        <a:pt x="285943" y="64326"/>
                        <a:pt x="255527" y="148590"/>
                        <a:pt x="267084" y="174117"/>
                      </a:cubicBezTo>
                      <a:cubicBezTo>
                        <a:pt x="278641" y="199644"/>
                        <a:pt x="323282" y="210757"/>
                        <a:pt x="341760" y="220980"/>
                      </a:cubicBezTo>
                    </a:path>
                  </a:pathLst>
                </a:cu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0" name="Pie 493">
                  <a:extLst>
                    <a:ext uri="{FF2B5EF4-FFF2-40B4-BE49-F238E27FC236}">
                      <a16:creationId xmlns:a16="http://schemas.microsoft.com/office/drawing/2014/main" id="{340430C3-815A-4885-8CB9-CC7884D2B3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 flipH="1">
                  <a:off x="25853723" y="1342527"/>
                  <a:ext cx="1251081" cy="813324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0BB4D481-0AA1-42D7-A309-EE75B64644D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1272384">
                <a:off x="14796930" y="1178537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570AE507-694B-4F28-9007-A120944C148F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29" name="Group 428">
                  <a:extLst>
                    <a:ext uri="{FF2B5EF4-FFF2-40B4-BE49-F238E27FC236}">
                      <a16:creationId xmlns:a16="http://schemas.microsoft.com/office/drawing/2014/main" id="{F58E4F15-A51F-4B7B-A209-5D15A317C57D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430" name="Straight Connector 429">
                    <a:extLst>
                      <a:ext uri="{FF2B5EF4-FFF2-40B4-BE49-F238E27FC236}">
                        <a16:creationId xmlns:a16="http://schemas.microsoft.com/office/drawing/2014/main" id="{F90EF715-BBE3-4F64-B7E2-DBED6FC67C6C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1" name="Straight Connector 430">
                    <a:extLst>
                      <a:ext uri="{FF2B5EF4-FFF2-40B4-BE49-F238E27FC236}">
                        <a16:creationId xmlns:a16="http://schemas.microsoft.com/office/drawing/2014/main" id="{2E78FC8D-9CE2-44A4-905A-4A45463ABBDF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2" name="Straight Connector 431">
                    <a:extLst>
                      <a:ext uri="{FF2B5EF4-FFF2-40B4-BE49-F238E27FC236}">
                        <a16:creationId xmlns:a16="http://schemas.microsoft.com/office/drawing/2014/main" id="{C9D7B7D8-7F83-4452-91B3-962210E4EA94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3" name="Straight Connector 432">
                    <a:extLst>
                      <a:ext uri="{FF2B5EF4-FFF2-40B4-BE49-F238E27FC236}">
                        <a16:creationId xmlns:a16="http://schemas.microsoft.com/office/drawing/2014/main" id="{3B05B0DA-A03E-411B-856E-C69EC16F9C3A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4" name="Straight Connector 433">
                    <a:extLst>
                      <a:ext uri="{FF2B5EF4-FFF2-40B4-BE49-F238E27FC236}">
                        <a16:creationId xmlns:a16="http://schemas.microsoft.com/office/drawing/2014/main" id="{A11815D0-C0B4-4448-B3BA-E18758BF4804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5" name="Straight Connector 434">
                    <a:extLst>
                      <a:ext uri="{FF2B5EF4-FFF2-40B4-BE49-F238E27FC236}">
                        <a16:creationId xmlns:a16="http://schemas.microsoft.com/office/drawing/2014/main" id="{1518AAFD-CF00-4689-8571-E2F4B26B7660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Straight Connector 435">
                    <a:extLst>
                      <a:ext uri="{FF2B5EF4-FFF2-40B4-BE49-F238E27FC236}">
                        <a16:creationId xmlns:a16="http://schemas.microsoft.com/office/drawing/2014/main" id="{B4CC0A1B-3311-46DD-B41D-DFEA101F7BC0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FB6131D2-C753-4697-9527-BD2839594473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7E1CC4EA-B0FE-4F48-87FA-6D17E7E668B5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8" name="Group 327">
                <a:extLst>
                  <a:ext uri="{FF2B5EF4-FFF2-40B4-BE49-F238E27FC236}">
                    <a16:creationId xmlns:a16="http://schemas.microsoft.com/office/drawing/2014/main" id="{2E9F196F-A622-4F84-9021-7EFD97D73AB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310333">
                <a:off x="14930280" y="892718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CDE33A5D-30AB-47F4-A985-D5AA67D94645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18" name="Group 417">
                  <a:extLst>
                    <a:ext uri="{FF2B5EF4-FFF2-40B4-BE49-F238E27FC236}">
                      <a16:creationId xmlns:a16="http://schemas.microsoft.com/office/drawing/2014/main" id="{1D8016B5-4EE4-4457-AF9B-AAE2584490EF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419" name="Straight Connector 418">
                    <a:extLst>
                      <a:ext uri="{FF2B5EF4-FFF2-40B4-BE49-F238E27FC236}">
                        <a16:creationId xmlns:a16="http://schemas.microsoft.com/office/drawing/2014/main" id="{8F6C7E50-4E2E-4E96-ACBF-E2947B624B93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22045C22-2462-43A4-BD5E-FF7E6844A4AB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Straight Connector 420">
                    <a:extLst>
                      <a:ext uri="{FF2B5EF4-FFF2-40B4-BE49-F238E27FC236}">
                        <a16:creationId xmlns:a16="http://schemas.microsoft.com/office/drawing/2014/main" id="{B4F847F8-A504-4629-80B7-921E7903496C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Straight Connector 421">
                    <a:extLst>
                      <a:ext uri="{FF2B5EF4-FFF2-40B4-BE49-F238E27FC236}">
                        <a16:creationId xmlns:a16="http://schemas.microsoft.com/office/drawing/2014/main" id="{F693C328-243A-49E9-8EC9-22951D463343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Straight Connector 422">
                    <a:extLst>
                      <a:ext uri="{FF2B5EF4-FFF2-40B4-BE49-F238E27FC236}">
                        <a16:creationId xmlns:a16="http://schemas.microsoft.com/office/drawing/2014/main" id="{9E0BB339-7129-4CDE-A8AE-20E5B1EE0B2C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Straight Connector 423">
                    <a:extLst>
                      <a:ext uri="{FF2B5EF4-FFF2-40B4-BE49-F238E27FC236}">
                        <a16:creationId xmlns:a16="http://schemas.microsoft.com/office/drawing/2014/main" id="{431F8BDD-50D9-4565-B71F-3E1C95DF512D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C687E576-A166-4BDC-8BE2-E2E9572E1F2C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C36766E2-60F6-4922-AF6A-C3F56FADE976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C36C7F20-EFB6-46CD-8680-DE43C4046E74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C9B073B7-BE19-4934-942F-0BBC0DD353F7}"/>
                  </a:ext>
                </a:extLst>
              </p:cNvPr>
              <p:cNvGrpSpPr/>
              <p:nvPr/>
            </p:nvGrpSpPr>
            <p:grpSpPr>
              <a:xfrm rot="5400000">
                <a:off x="11864953" y="8393615"/>
                <a:ext cx="1699974" cy="2317571"/>
                <a:chOff x="36426747" y="1101372"/>
                <a:chExt cx="1699974" cy="2317571"/>
              </a:xfrm>
            </p:grpSpPr>
            <p:sp>
              <p:nvSpPr>
                <p:cNvPr id="413" name="Oval 412">
                  <a:extLst>
                    <a:ext uri="{FF2B5EF4-FFF2-40B4-BE49-F238E27FC236}">
                      <a16:creationId xmlns:a16="http://schemas.microsoft.com/office/drawing/2014/main" id="{462DB442-3622-4EDA-8D7C-3AFE4EDB2AB9}"/>
                    </a:ext>
                  </a:extLst>
                </p:cNvPr>
                <p:cNvSpPr/>
                <p:nvPr/>
              </p:nvSpPr>
              <p:spPr>
                <a:xfrm>
                  <a:off x="36426747" y="2795641"/>
                  <a:ext cx="1042110" cy="10227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414" name="Rounded Rectangle 175">
                  <a:extLst>
                    <a:ext uri="{FF2B5EF4-FFF2-40B4-BE49-F238E27FC236}">
                      <a16:creationId xmlns:a16="http://schemas.microsoft.com/office/drawing/2014/main" id="{AE344C24-7B74-484B-A169-FFDEC1AAD80B}"/>
                    </a:ext>
                  </a:extLst>
                </p:cNvPr>
                <p:cNvSpPr/>
                <p:nvPr/>
              </p:nvSpPr>
              <p:spPr>
                <a:xfrm>
                  <a:off x="36443937" y="1590513"/>
                  <a:ext cx="1042110" cy="102270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5" name="TextBox 414">
                      <a:extLst>
                        <a:ext uri="{FF2B5EF4-FFF2-40B4-BE49-F238E27FC236}">
                          <a16:creationId xmlns:a16="http://schemas.microsoft.com/office/drawing/2014/main" id="{913DE9D6-7991-42DD-A49A-120BAE7A6983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246709" y="2538932"/>
                      <a:ext cx="123680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415" name="TextBox 414">
                      <a:extLst>
                        <a:ext uri="{FF2B5EF4-FFF2-40B4-BE49-F238E27FC236}">
                          <a16:creationId xmlns:a16="http://schemas.microsoft.com/office/drawing/2014/main" id="{913DE9D6-7991-42DD-A49A-120BAE7A69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246709" y="2538932"/>
                      <a:ext cx="1236803" cy="52322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6" name="TextBox 415">
                      <a:extLst>
                        <a:ext uri="{FF2B5EF4-FFF2-40B4-BE49-F238E27FC236}">
                          <a16:creationId xmlns:a16="http://schemas.microsoft.com/office/drawing/2014/main" id="{57C4E428-A5E3-45E3-96BD-FF84C797D1AD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397191" y="1307682"/>
                      <a:ext cx="9358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416" name="TextBox 415">
                      <a:extLst>
                        <a:ext uri="{FF2B5EF4-FFF2-40B4-BE49-F238E27FC236}">
                          <a16:creationId xmlns:a16="http://schemas.microsoft.com/office/drawing/2014/main" id="{57C4E428-A5E3-45E3-96BD-FF84C797D1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397191" y="1307682"/>
                      <a:ext cx="935840" cy="52322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F84B882E-68B3-4500-9C0F-6EF349CAB0FC}"/>
                  </a:ext>
                </a:extLst>
              </p:cNvPr>
              <p:cNvGrpSpPr/>
              <p:nvPr/>
            </p:nvGrpSpPr>
            <p:grpSpPr>
              <a:xfrm>
                <a:off x="10302415" y="8932318"/>
                <a:ext cx="652922" cy="720022"/>
                <a:chOff x="36090295" y="3317783"/>
                <a:chExt cx="652922" cy="720022"/>
              </a:xfrm>
            </p:grpSpPr>
            <p:sp>
              <p:nvSpPr>
                <p:cNvPr id="411" name="Rectangle 410">
                  <a:extLst>
                    <a:ext uri="{FF2B5EF4-FFF2-40B4-BE49-F238E27FC236}">
                      <a16:creationId xmlns:a16="http://schemas.microsoft.com/office/drawing/2014/main" id="{F66E9521-6AF7-491B-AACF-F689FC239CB4}"/>
                    </a:ext>
                  </a:extLst>
                </p:cNvPr>
                <p:cNvSpPr/>
                <p:nvPr/>
              </p:nvSpPr>
              <p:spPr>
                <a:xfrm rot="5400000" flipV="1">
                  <a:off x="36056044" y="3357924"/>
                  <a:ext cx="714132" cy="64563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87000"/>
                  </a:schemeClr>
                </a:solidFill>
                <a:ln>
                  <a:solidFill>
                    <a:schemeClr val="bg1">
                      <a:lumMod val="65000"/>
                      <a:alpha val="74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F81C0056-A20F-4A25-B539-2CC5A051D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111180" y="3317783"/>
                  <a:ext cx="632037" cy="705577"/>
                </a:xfrm>
                <a:prstGeom prst="line">
                  <a:avLst/>
                </a:prstGeom>
                <a:ln w="19050">
                  <a:solidFill>
                    <a:schemeClr val="bg1">
                      <a:lumMod val="65000"/>
                      <a:alpha val="9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99634220-9743-4578-AA21-A4FEFC8961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310333">
                <a:off x="10216304" y="6579302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8A578BAD-85E6-41D5-B41E-E64936E8F17F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01" name="Group 400">
                  <a:extLst>
                    <a:ext uri="{FF2B5EF4-FFF2-40B4-BE49-F238E27FC236}">
                      <a16:creationId xmlns:a16="http://schemas.microsoft.com/office/drawing/2014/main" id="{F4A2E53E-2666-4845-BE8B-592C139AFACF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402" name="Straight Connector 401">
                    <a:extLst>
                      <a:ext uri="{FF2B5EF4-FFF2-40B4-BE49-F238E27FC236}">
                        <a16:creationId xmlns:a16="http://schemas.microsoft.com/office/drawing/2014/main" id="{2AC4DF06-E04C-4111-814E-84748FB2FBCC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3" name="Straight Connector 402">
                    <a:extLst>
                      <a:ext uri="{FF2B5EF4-FFF2-40B4-BE49-F238E27FC236}">
                        <a16:creationId xmlns:a16="http://schemas.microsoft.com/office/drawing/2014/main" id="{F012DDDA-1B92-4EA4-9A0F-D05C354873EB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4" name="Straight Connector 403">
                    <a:extLst>
                      <a:ext uri="{FF2B5EF4-FFF2-40B4-BE49-F238E27FC236}">
                        <a16:creationId xmlns:a16="http://schemas.microsoft.com/office/drawing/2014/main" id="{3AD861F9-5F82-45B2-A561-7D7632761948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5" name="Straight Connector 404">
                    <a:extLst>
                      <a:ext uri="{FF2B5EF4-FFF2-40B4-BE49-F238E27FC236}">
                        <a16:creationId xmlns:a16="http://schemas.microsoft.com/office/drawing/2014/main" id="{F6AD37FE-1293-4547-9B30-212E28861D6B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6" name="Straight Connector 405">
                    <a:extLst>
                      <a:ext uri="{FF2B5EF4-FFF2-40B4-BE49-F238E27FC236}">
                        <a16:creationId xmlns:a16="http://schemas.microsoft.com/office/drawing/2014/main" id="{8C606736-8098-43BC-AB3E-29A1D6C616E6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7" name="Straight Connector 406">
                    <a:extLst>
                      <a:ext uri="{FF2B5EF4-FFF2-40B4-BE49-F238E27FC236}">
                        <a16:creationId xmlns:a16="http://schemas.microsoft.com/office/drawing/2014/main" id="{03EA39BF-A2B1-4DFA-B6FB-25082553CC43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Straight Connector 407">
                    <a:extLst>
                      <a:ext uri="{FF2B5EF4-FFF2-40B4-BE49-F238E27FC236}">
                        <a16:creationId xmlns:a16="http://schemas.microsoft.com/office/drawing/2014/main" id="{47FA9E26-B0C3-4596-BAB9-D55D861DD066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C08D80CF-FF49-4AC9-9D7E-D06CB2AB096C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0" name="Straight Connector 409">
                    <a:extLst>
                      <a:ext uri="{FF2B5EF4-FFF2-40B4-BE49-F238E27FC236}">
                        <a16:creationId xmlns:a16="http://schemas.microsoft.com/office/drawing/2014/main" id="{9BF19803-5E87-421A-863C-19DEE01EDC97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0A75635F-AFEF-4140-AE08-F7ABC14BA38F}"/>
                  </a:ext>
                </a:extLst>
              </p:cNvPr>
              <p:cNvSpPr txBox="1"/>
              <p:nvPr/>
            </p:nvSpPr>
            <p:spPr>
              <a:xfrm>
                <a:off x="10054174" y="6040086"/>
                <a:ext cx="533400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500" b="1" dirty="0">
                    <a:solidFill>
                      <a:srgbClr val="FF0000"/>
                    </a:solidFill>
                  </a:rPr>
                  <a:t>*</a:t>
                </a:r>
              </a:p>
            </p:txBody>
          </p: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6612375D-26FF-4BBF-96BB-39F32E9D197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676541">
                <a:off x="6522822" y="888908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DAF1DC67-65D3-4538-9782-8993A2C732CA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0" name="Group 389">
                  <a:extLst>
                    <a:ext uri="{FF2B5EF4-FFF2-40B4-BE49-F238E27FC236}">
                      <a16:creationId xmlns:a16="http://schemas.microsoft.com/office/drawing/2014/main" id="{58CB7058-DBBE-4B53-83CB-37508052E7CB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391" name="Straight Connector 390">
                    <a:extLst>
                      <a:ext uri="{FF2B5EF4-FFF2-40B4-BE49-F238E27FC236}">
                        <a16:creationId xmlns:a16="http://schemas.microsoft.com/office/drawing/2014/main" id="{E54C28FB-BD4F-4164-AD6D-3C92BE1EF9CD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4B5431C3-BC07-41A1-8226-52EB9ACB6F55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3435177F-D3A6-4CBD-8874-8A1D90D27ED0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1CD7E8D9-FAE1-44F5-8223-99CAA36FDCC8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0E108912-914F-4C7E-93E0-78745D642B3A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47D30521-3038-4A1B-9412-3EB348A970CA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0C1EB9A2-FF1B-4043-9202-B3981C336409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0BD6F64A-C32D-440A-98BB-25CAAC2AD7D7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BFAAF456-807D-4749-A541-FCB38B07FBEC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2028FECD-41D0-45B2-AB64-BD93FD3E250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5764890">
                <a:off x="6627668" y="17219583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655E8C75-0929-4AB0-8934-3D3A7D259422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9" name="Group 378">
                  <a:extLst>
                    <a:ext uri="{FF2B5EF4-FFF2-40B4-BE49-F238E27FC236}">
                      <a16:creationId xmlns:a16="http://schemas.microsoft.com/office/drawing/2014/main" id="{182E984E-957D-40A1-8371-799A42ED5C55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32F66FBD-65EC-444B-AE78-A66E82181961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F7684932-7D14-46A3-AB44-C9DCBA3916B2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093717B3-CE36-4362-8CC8-286A402CB518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2F5B2736-5E64-4F48-9A01-E45D904D5662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6D47AD15-C4F6-4353-955C-4026A88D9E72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86C135D2-AA1E-4D39-9969-44EB509BE680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84BD8D78-6A7A-4ED4-B6ED-CD1234A184F3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7" name="Straight Connector 386">
                    <a:extLst>
                      <a:ext uri="{FF2B5EF4-FFF2-40B4-BE49-F238E27FC236}">
                        <a16:creationId xmlns:a16="http://schemas.microsoft.com/office/drawing/2014/main" id="{1C02C8B2-A375-4AC0-8E52-3C110A2CE6A1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8" name="Straight Connector 387">
                    <a:extLst>
                      <a:ext uri="{FF2B5EF4-FFF2-40B4-BE49-F238E27FC236}">
                        <a16:creationId xmlns:a16="http://schemas.microsoft.com/office/drawing/2014/main" id="{520B1CEC-BA81-4A6C-9E83-B59561E9EBF3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597ADB74-B433-40DD-8298-0B2DBC155355}"/>
                  </a:ext>
                </a:extLst>
              </p:cNvPr>
              <p:cNvGrpSpPr/>
              <p:nvPr/>
            </p:nvGrpSpPr>
            <p:grpSpPr>
              <a:xfrm>
                <a:off x="3260220" y="16908834"/>
                <a:ext cx="1953291" cy="1251081"/>
                <a:chOff x="24932635" y="1123648"/>
                <a:chExt cx="1953291" cy="1251081"/>
              </a:xfrm>
            </p:grpSpPr>
            <p:sp>
              <p:nvSpPr>
                <p:cNvPr id="376" name="Freeform 494">
                  <a:extLst>
                    <a:ext uri="{FF2B5EF4-FFF2-40B4-BE49-F238E27FC236}">
                      <a16:creationId xmlns:a16="http://schemas.microsoft.com/office/drawing/2014/main" id="{95F02AF0-877A-45EF-B1EF-E626F65801F1}"/>
                    </a:ext>
                  </a:extLst>
                </p:cNvPr>
                <p:cNvSpPr/>
                <p:nvPr/>
              </p:nvSpPr>
              <p:spPr>
                <a:xfrm rot="1563107" flipH="1">
                  <a:off x="24932635" y="1477680"/>
                  <a:ext cx="1037219" cy="670661"/>
                </a:xfrm>
                <a:custGeom>
                  <a:avLst/>
                  <a:gdLst>
                    <a:gd name="connsiteX0" fmla="*/ 0 w 262484"/>
                    <a:gd name="connsiteY0" fmla="*/ 146546 h 209479"/>
                    <a:gd name="connsiteX1" fmla="*/ 79248 w 262484"/>
                    <a:gd name="connsiteY1" fmla="*/ 242 h 209479"/>
                    <a:gd name="connsiteX2" fmla="*/ 42672 w 262484"/>
                    <a:gd name="connsiteY2" fmla="*/ 177026 h 209479"/>
                    <a:gd name="connsiteX3" fmla="*/ 134112 w 262484"/>
                    <a:gd name="connsiteY3" fmla="*/ 30722 h 209479"/>
                    <a:gd name="connsiteX4" fmla="*/ 109728 w 262484"/>
                    <a:gd name="connsiteY4" fmla="*/ 189218 h 209479"/>
                    <a:gd name="connsiteX5" fmla="*/ 182880 w 262484"/>
                    <a:gd name="connsiteY5" fmla="*/ 73394 h 209479"/>
                    <a:gd name="connsiteX6" fmla="*/ 188976 w 262484"/>
                    <a:gd name="connsiteY6" fmla="*/ 158738 h 209479"/>
                    <a:gd name="connsiteX7" fmla="*/ 256032 w 262484"/>
                    <a:gd name="connsiteY7" fmla="*/ 207506 h 209479"/>
                    <a:gd name="connsiteX8" fmla="*/ 256032 w 262484"/>
                    <a:gd name="connsiteY8" fmla="*/ 195314 h 209479"/>
                    <a:gd name="connsiteX0" fmla="*/ 0 w 300512"/>
                    <a:gd name="connsiteY0" fmla="*/ 146546 h 223411"/>
                    <a:gd name="connsiteX1" fmla="*/ 79248 w 300512"/>
                    <a:gd name="connsiteY1" fmla="*/ 242 h 223411"/>
                    <a:gd name="connsiteX2" fmla="*/ 42672 w 300512"/>
                    <a:gd name="connsiteY2" fmla="*/ 177026 h 223411"/>
                    <a:gd name="connsiteX3" fmla="*/ 134112 w 300512"/>
                    <a:gd name="connsiteY3" fmla="*/ 30722 h 223411"/>
                    <a:gd name="connsiteX4" fmla="*/ 109728 w 300512"/>
                    <a:gd name="connsiteY4" fmla="*/ 189218 h 223411"/>
                    <a:gd name="connsiteX5" fmla="*/ 182880 w 300512"/>
                    <a:gd name="connsiteY5" fmla="*/ 73394 h 223411"/>
                    <a:gd name="connsiteX6" fmla="*/ 188976 w 300512"/>
                    <a:gd name="connsiteY6" fmla="*/ 158738 h 223411"/>
                    <a:gd name="connsiteX7" fmla="*/ 256032 w 300512"/>
                    <a:gd name="connsiteY7" fmla="*/ 207506 h 223411"/>
                    <a:gd name="connsiteX8" fmla="*/ 299847 w 300512"/>
                    <a:gd name="connsiteY8" fmla="*/ 220079 h 223411"/>
                    <a:gd name="connsiteX0" fmla="*/ 0 w 256032"/>
                    <a:gd name="connsiteY0" fmla="*/ 146546 h 207506"/>
                    <a:gd name="connsiteX1" fmla="*/ 79248 w 256032"/>
                    <a:gd name="connsiteY1" fmla="*/ 242 h 207506"/>
                    <a:gd name="connsiteX2" fmla="*/ 42672 w 256032"/>
                    <a:gd name="connsiteY2" fmla="*/ 177026 h 207506"/>
                    <a:gd name="connsiteX3" fmla="*/ 134112 w 256032"/>
                    <a:gd name="connsiteY3" fmla="*/ 30722 h 207506"/>
                    <a:gd name="connsiteX4" fmla="*/ 109728 w 256032"/>
                    <a:gd name="connsiteY4" fmla="*/ 189218 h 207506"/>
                    <a:gd name="connsiteX5" fmla="*/ 182880 w 256032"/>
                    <a:gd name="connsiteY5" fmla="*/ 73394 h 207506"/>
                    <a:gd name="connsiteX6" fmla="*/ 188976 w 256032"/>
                    <a:gd name="connsiteY6" fmla="*/ 158738 h 207506"/>
                    <a:gd name="connsiteX7" fmla="*/ 256032 w 256032"/>
                    <a:gd name="connsiteY7" fmla="*/ 207506 h 207506"/>
                    <a:gd name="connsiteX0" fmla="*/ 0 w 275082"/>
                    <a:gd name="connsiteY0" fmla="*/ 140948 h 207623"/>
                    <a:gd name="connsiteX1" fmla="*/ 98298 w 275082"/>
                    <a:gd name="connsiteY1" fmla="*/ 359 h 207623"/>
                    <a:gd name="connsiteX2" fmla="*/ 61722 w 275082"/>
                    <a:gd name="connsiteY2" fmla="*/ 177143 h 207623"/>
                    <a:gd name="connsiteX3" fmla="*/ 153162 w 275082"/>
                    <a:gd name="connsiteY3" fmla="*/ 30839 h 207623"/>
                    <a:gd name="connsiteX4" fmla="*/ 128778 w 275082"/>
                    <a:gd name="connsiteY4" fmla="*/ 189335 h 207623"/>
                    <a:gd name="connsiteX5" fmla="*/ 201930 w 275082"/>
                    <a:gd name="connsiteY5" fmla="*/ 73511 h 207623"/>
                    <a:gd name="connsiteX6" fmla="*/ 208026 w 275082"/>
                    <a:gd name="connsiteY6" fmla="*/ 158855 h 207623"/>
                    <a:gd name="connsiteX7" fmla="*/ 275082 w 275082"/>
                    <a:gd name="connsiteY7" fmla="*/ 207623 h 207623"/>
                    <a:gd name="connsiteX0" fmla="*/ 0 w 275082"/>
                    <a:gd name="connsiteY0" fmla="*/ 139053 h 205728"/>
                    <a:gd name="connsiteX1" fmla="*/ 94488 w 275082"/>
                    <a:gd name="connsiteY1" fmla="*/ 369 h 205728"/>
                    <a:gd name="connsiteX2" fmla="*/ 61722 w 275082"/>
                    <a:gd name="connsiteY2" fmla="*/ 175248 h 205728"/>
                    <a:gd name="connsiteX3" fmla="*/ 153162 w 275082"/>
                    <a:gd name="connsiteY3" fmla="*/ 28944 h 205728"/>
                    <a:gd name="connsiteX4" fmla="*/ 128778 w 275082"/>
                    <a:gd name="connsiteY4" fmla="*/ 187440 h 205728"/>
                    <a:gd name="connsiteX5" fmla="*/ 201930 w 275082"/>
                    <a:gd name="connsiteY5" fmla="*/ 71616 h 205728"/>
                    <a:gd name="connsiteX6" fmla="*/ 208026 w 275082"/>
                    <a:gd name="connsiteY6" fmla="*/ 156960 h 205728"/>
                    <a:gd name="connsiteX7" fmla="*/ 275082 w 275082"/>
                    <a:gd name="connsiteY7" fmla="*/ 205728 h 205728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53162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07823 w 275082"/>
                    <a:gd name="connsiteY4" fmla="*/ 19296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4310 w 275082"/>
                    <a:gd name="connsiteY5" fmla="*/ 5999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192786 w 275082"/>
                    <a:gd name="connsiteY6" fmla="*/ 170107 h 205540"/>
                    <a:gd name="connsiteX7" fmla="*/ 275082 w 275082"/>
                    <a:gd name="connsiteY7" fmla="*/ 205540 h 205540"/>
                    <a:gd name="connsiteX0" fmla="*/ 0 w 267462"/>
                    <a:gd name="connsiteY0" fmla="*/ 138865 h 216970"/>
                    <a:gd name="connsiteX1" fmla="*/ 94488 w 267462"/>
                    <a:gd name="connsiteY1" fmla="*/ 181 h 216970"/>
                    <a:gd name="connsiteX2" fmla="*/ 52197 w 267462"/>
                    <a:gd name="connsiteY2" fmla="*/ 163630 h 216970"/>
                    <a:gd name="connsiteX3" fmla="*/ 143637 w 267462"/>
                    <a:gd name="connsiteY3" fmla="*/ 24946 h 216970"/>
                    <a:gd name="connsiteX4" fmla="*/ 111633 w 267462"/>
                    <a:gd name="connsiteY4" fmla="*/ 191062 h 216970"/>
                    <a:gd name="connsiteX5" fmla="*/ 198120 w 267462"/>
                    <a:gd name="connsiteY5" fmla="*/ 63808 h 216970"/>
                    <a:gd name="connsiteX6" fmla="*/ 192786 w 267462"/>
                    <a:gd name="connsiteY6" fmla="*/ 170107 h 216970"/>
                    <a:gd name="connsiteX7" fmla="*/ 267462 w 267462"/>
                    <a:gd name="connsiteY7" fmla="*/ 216970 h 216970"/>
                    <a:gd name="connsiteX0" fmla="*/ 6703 w 274165"/>
                    <a:gd name="connsiteY0" fmla="*/ 138755 h 216860"/>
                    <a:gd name="connsiteX1" fmla="*/ 7084 w 274165"/>
                    <a:gd name="connsiteY1" fmla="*/ 142946 h 216860"/>
                    <a:gd name="connsiteX2" fmla="*/ 101191 w 274165"/>
                    <a:gd name="connsiteY2" fmla="*/ 71 h 216860"/>
                    <a:gd name="connsiteX3" fmla="*/ 58900 w 274165"/>
                    <a:gd name="connsiteY3" fmla="*/ 163520 h 216860"/>
                    <a:gd name="connsiteX4" fmla="*/ 150340 w 274165"/>
                    <a:gd name="connsiteY4" fmla="*/ 24836 h 216860"/>
                    <a:gd name="connsiteX5" fmla="*/ 118336 w 274165"/>
                    <a:gd name="connsiteY5" fmla="*/ 190952 h 216860"/>
                    <a:gd name="connsiteX6" fmla="*/ 204823 w 274165"/>
                    <a:gd name="connsiteY6" fmla="*/ 63698 h 216860"/>
                    <a:gd name="connsiteX7" fmla="*/ 199489 w 274165"/>
                    <a:gd name="connsiteY7" fmla="*/ 169997 h 216860"/>
                    <a:gd name="connsiteX8" fmla="*/ 274165 w 274165"/>
                    <a:gd name="connsiteY8" fmla="*/ 216860 h 216860"/>
                    <a:gd name="connsiteX0" fmla="*/ 6703 w 274165"/>
                    <a:gd name="connsiteY0" fmla="*/ 138865 h 216970"/>
                    <a:gd name="connsiteX1" fmla="*/ 7084 w 274165"/>
                    <a:gd name="connsiteY1" fmla="*/ 131626 h 216970"/>
                    <a:gd name="connsiteX2" fmla="*/ 101191 w 274165"/>
                    <a:gd name="connsiteY2" fmla="*/ 181 h 216970"/>
                    <a:gd name="connsiteX3" fmla="*/ 58900 w 274165"/>
                    <a:gd name="connsiteY3" fmla="*/ 163630 h 216970"/>
                    <a:gd name="connsiteX4" fmla="*/ 150340 w 274165"/>
                    <a:gd name="connsiteY4" fmla="*/ 24946 h 216970"/>
                    <a:gd name="connsiteX5" fmla="*/ 118336 w 274165"/>
                    <a:gd name="connsiteY5" fmla="*/ 191062 h 216970"/>
                    <a:gd name="connsiteX6" fmla="*/ 204823 w 274165"/>
                    <a:gd name="connsiteY6" fmla="*/ 63808 h 216970"/>
                    <a:gd name="connsiteX7" fmla="*/ 199489 w 274165"/>
                    <a:gd name="connsiteY7" fmla="*/ 170107 h 216970"/>
                    <a:gd name="connsiteX8" fmla="*/ 274165 w 274165"/>
                    <a:gd name="connsiteY8" fmla="*/ 216970 h 216970"/>
                    <a:gd name="connsiteX0" fmla="*/ 24483 w 291945"/>
                    <a:gd name="connsiteY0" fmla="*/ 138865 h 216970"/>
                    <a:gd name="connsiteX1" fmla="*/ 24864 w 291945"/>
                    <a:gd name="connsiteY1" fmla="*/ 131626 h 216970"/>
                    <a:gd name="connsiteX2" fmla="*/ 118971 w 291945"/>
                    <a:gd name="connsiteY2" fmla="*/ 181 h 216970"/>
                    <a:gd name="connsiteX3" fmla="*/ 76680 w 291945"/>
                    <a:gd name="connsiteY3" fmla="*/ 163630 h 216970"/>
                    <a:gd name="connsiteX4" fmla="*/ 168120 w 291945"/>
                    <a:gd name="connsiteY4" fmla="*/ 24946 h 216970"/>
                    <a:gd name="connsiteX5" fmla="*/ 136116 w 291945"/>
                    <a:gd name="connsiteY5" fmla="*/ 191062 h 216970"/>
                    <a:gd name="connsiteX6" fmla="*/ 222603 w 291945"/>
                    <a:gd name="connsiteY6" fmla="*/ 63808 h 216970"/>
                    <a:gd name="connsiteX7" fmla="*/ 217269 w 291945"/>
                    <a:gd name="connsiteY7" fmla="*/ 170107 h 216970"/>
                    <a:gd name="connsiteX8" fmla="*/ 291945 w 291945"/>
                    <a:gd name="connsiteY8" fmla="*/ 216970 h 216970"/>
                    <a:gd name="connsiteX0" fmla="*/ 11607 w 279069"/>
                    <a:gd name="connsiteY0" fmla="*/ 138890 h 216995"/>
                    <a:gd name="connsiteX1" fmla="*/ 31038 w 279069"/>
                    <a:gd name="connsiteY1" fmla="*/ 129746 h 216995"/>
                    <a:gd name="connsiteX2" fmla="*/ 106095 w 279069"/>
                    <a:gd name="connsiteY2" fmla="*/ 206 h 216995"/>
                    <a:gd name="connsiteX3" fmla="*/ 63804 w 279069"/>
                    <a:gd name="connsiteY3" fmla="*/ 163655 h 216995"/>
                    <a:gd name="connsiteX4" fmla="*/ 155244 w 279069"/>
                    <a:gd name="connsiteY4" fmla="*/ 24971 h 216995"/>
                    <a:gd name="connsiteX5" fmla="*/ 123240 w 279069"/>
                    <a:gd name="connsiteY5" fmla="*/ 191087 h 216995"/>
                    <a:gd name="connsiteX6" fmla="*/ 209727 w 279069"/>
                    <a:gd name="connsiteY6" fmla="*/ 63833 h 216995"/>
                    <a:gd name="connsiteX7" fmla="*/ 204393 w 279069"/>
                    <a:gd name="connsiteY7" fmla="*/ 170132 h 216995"/>
                    <a:gd name="connsiteX8" fmla="*/ 279069 w 279069"/>
                    <a:gd name="connsiteY8" fmla="*/ 216995 h 216995"/>
                    <a:gd name="connsiteX0" fmla="*/ 15180 w 276927"/>
                    <a:gd name="connsiteY0" fmla="*/ 51260 h 216995"/>
                    <a:gd name="connsiteX1" fmla="*/ 28896 w 276927"/>
                    <a:gd name="connsiteY1" fmla="*/ 129746 h 216995"/>
                    <a:gd name="connsiteX2" fmla="*/ 103953 w 276927"/>
                    <a:gd name="connsiteY2" fmla="*/ 206 h 216995"/>
                    <a:gd name="connsiteX3" fmla="*/ 61662 w 276927"/>
                    <a:gd name="connsiteY3" fmla="*/ 163655 h 216995"/>
                    <a:gd name="connsiteX4" fmla="*/ 153102 w 276927"/>
                    <a:gd name="connsiteY4" fmla="*/ 24971 h 216995"/>
                    <a:gd name="connsiteX5" fmla="*/ 121098 w 276927"/>
                    <a:gd name="connsiteY5" fmla="*/ 191087 h 216995"/>
                    <a:gd name="connsiteX6" fmla="*/ 207585 w 276927"/>
                    <a:gd name="connsiteY6" fmla="*/ 63833 h 216995"/>
                    <a:gd name="connsiteX7" fmla="*/ 202251 w 276927"/>
                    <a:gd name="connsiteY7" fmla="*/ 170132 h 216995"/>
                    <a:gd name="connsiteX8" fmla="*/ 276927 w 276927"/>
                    <a:gd name="connsiteY8" fmla="*/ 216995 h 216995"/>
                    <a:gd name="connsiteX0" fmla="*/ 34758 w 296505"/>
                    <a:gd name="connsiteY0" fmla="*/ 51155 h 216890"/>
                    <a:gd name="connsiteX1" fmla="*/ 21804 w 296505"/>
                    <a:gd name="connsiteY1" fmla="*/ 139166 h 216890"/>
                    <a:gd name="connsiteX2" fmla="*/ 123531 w 296505"/>
                    <a:gd name="connsiteY2" fmla="*/ 101 h 216890"/>
                    <a:gd name="connsiteX3" fmla="*/ 81240 w 296505"/>
                    <a:gd name="connsiteY3" fmla="*/ 163550 h 216890"/>
                    <a:gd name="connsiteX4" fmla="*/ 172680 w 296505"/>
                    <a:gd name="connsiteY4" fmla="*/ 24866 h 216890"/>
                    <a:gd name="connsiteX5" fmla="*/ 140676 w 296505"/>
                    <a:gd name="connsiteY5" fmla="*/ 190982 h 216890"/>
                    <a:gd name="connsiteX6" fmla="*/ 227163 w 296505"/>
                    <a:gd name="connsiteY6" fmla="*/ 63728 h 216890"/>
                    <a:gd name="connsiteX7" fmla="*/ 221829 w 296505"/>
                    <a:gd name="connsiteY7" fmla="*/ 170027 h 216890"/>
                    <a:gd name="connsiteX8" fmla="*/ 296505 w 296505"/>
                    <a:gd name="connsiteY8" fmla="*/ 216890 h 216890"/>
                    <a:gd name="connsiteX0" fmla="*/ 1399 w 318391"/>
                    <a:gd name="connsiteY0" fmla="*/ 85445 h 216890"/>
                    <a:gd name="connsiteX1" fmla="*/ 43690 w 318391"/>
                    <a:gd name="connsiteY1" fmla="*/ 139166 h 216890"/>
                    <a:gd name="connsiteX2" fmla="*/ 145417 w 318391"/>
                    <a:gd name="connsiteY2" fmla="*/ 101 h 216890"/>
                    <a:gd name="connsiteX3" fmla="*/ 103126 w 318391"/>
                    <a:gd name="connsiteY3" fmla="*/ 163550 h 216890"/>
                    <a:gd name="connsiteX4" fmla="*/ 194566 w 318391"/>
                    <a:gd name="connsiteY4" fmla="*/ 24866 h 216890"/>
                    <a:gd name="connsiteX5" fmla="*/ 162562 w 318391"/>
                    <a:gd name="connsiteY5" fmla="*/ 190982 h 216890"/>
                    <a:gd name="connsiteX6" fmla="*/ 249049 w 318391"/>
                    <a:gd name="connsiteY6" fmla="*/ 63728 h 216890"/>
                    <a:gd name="connsiteX7" fmla="*/ 243715 w 318391"/>
                    <a:gd name="connsiteY7" fmla="*/ 170027 h 216890"/>
                    <a:gd name="connsiteX8" fmla="*/ 318391 w 318391"/>
                    <a:gd name="connsiteY8" fmla="*/ 216890 h 216890"/>
                    <a:gd name="connsiteX0" fmla="*/ 5949 w 322941"/>
                    <a:gd name="connsiteY0" fmla="*/ 85445 h 216890"/>
                    <a:gd name="connsiteX1" fmla="*/ 2521 w 322941"/>
                    <a:gd name="connsiteY1" fmla="*/ 89636 h 216890"/>
                    <a:gd name="connsiteX2" fmla="*/ 48240 w 322941"/>
                    <a:gd name="connsiteY2" fmla="*/ 139166 h 216890"/>
                    <a:gd name="connsiteX3" fmla="*/ 149967 w 322941"/>
                    <a:gd name="connsiteY3" fmla="*/ 101 h 216890"/>
                    <a:gd name="connsiteX4" fmla="*/ 107676 w 322941"/>
                    <a:gd name="connsiteY4" fmla="*/ 163550 h 216890"/>
                    <a:gd name="connsiteX5" fmla="*/ 199116 w 322941"/>
                    <a:gd name="connsiteY5" fmla="*/ 24866 h 216890"/>
                    <a:gd name="connsiteX6" fmla="*/ 167112 w 322941"/>
                    <a:gd name="connsiteY6" fmla="*/ 190982 h 216890"/>
                    <a:gd name="connsiteX7" fmla="*/ 253599 w 322941"/>
                    <a:gd name="connsiteY7" fmla="*/ 63728 h 216890"/>
                    <a:gd name="connsiteX8" fmla="*/ 248265 w 322941"/>
                    <a:gd name="connsiteY8" fmla="*/ 170027 h 216890"/>
                    <a:gd name="connsiteX9" fmla="*/ 322941 w 322941"/>
                    <a:gd name="connsiteY9" fmla="*/ 216890 h 216890"/>
                    <a:gd name="connsiteX0" fmla="*/ 8 w 317000"/>
                    <a:gd name="connsiteY0" fmla="*/ 85445 h 216890"/>
                    <a:gd name="connsiteX1" fmla="*/ 40395 w 317000"/>
                    <a:gd name="connsiteY1" fmla="*/ 53441 h 216890"/>
                    <a:gd name="connsiteX2" fmla="*/ 42299 w 317000"/>
                    <a:gd name="connsiteY2" fmla="*/ 139166 h 216890"/>
                    <a:gd name="connsiteX3" fmla="*/ 144026 w 317000"/>
                    <a:gd name="connsiteY3" fmla="*/ 101 h 216890"/>
                    <a:gd name="connsiteX4" fmla="*/ 101735 w 317000"/>
                    <a:gd name="connsiteY4" fmla="*/ 163550 h 216890"/>
                    <a:gd name="connsiteX5" fmla="*/ 193175 w 317000"/>
                    <a:gd name="connsiteY5" fmla="*/ 24866 h 216890"/>
                    <a:gd name="connsiteX6" fmla="*/ 161171 w 317000"/>
                    <a:gd name="connsiteY6" fmla="*/ 190982 h 216890"/>
                    <a:gd name="connsiteX7" fmla="*/ 247658 w 317000"/>
                    <a:gd name="connsiteY7" fmla="*/ 63728 h 216890"/>
                    <a:gd name="connsiteX8" fmla="*/ 242324 w 317000"/>
                    <a:gd name="connsiteY8" fmla="*/ 170027 h 216890"/>
                    <a:gd name="connsiteX9" fmla="*/ 317000 w 317000"/>
                    <a:gd name="connsiteY9" fmla="*/ 216890 h 216890"/>
                    <a:gd name="connsiteX0" fmla="*/ 16284 w 333276"/>
                    <a:gd name="connsiteY0" fmla="*/ 85445 h 216890"/>
                    <a:gd name="connsiteX1" fmla="*/ 1426 w 333276"/>
                    <a:gd name="connsiteY1" fmla="*/ 110591 h 216890"/>
                    <a:gd name="connsiteX2" fmla="*/ 58575 w 333276"/>
                    <a:gd name="connsiteY2" fmla="*/ 139166 h 216890"/>
                    <a:gd name="connsiteX3" fmla="*/ 160302 w 333276"/>
                    <a:gd name="connsiteY3" fmla="*/ 101 h 216890"/>
                    <a:gd name="connsiteX4" fmla="*/ 118011 w 333276"/>
                    <a:gd name="connsiteY4" fmla="*/ 163550 h 216890"/>
                    <a:gd name="connsiteX5" fmla="*/ 209451 w 333276"/>
                    <a:gd name="connsiteY5" fmla="*/ 24866 h 216890"/>
                    <a:gd name="connsiteX6" fmla="*/ 177447 w 333276"/>
                    <a:gd name="connsiteY6" fmla="*/ 190982 h 216890"/>
                    <a:gd name="connsiteX7" fmla="*/ 263934 w 333276"/>
                    <a:gd name="connsiteY7" fmla="*/ 63728 h 216890"/>
                    <a:gd name="connsiteX8" fmla="*/ 258600 w 333276"/>
                    <a:gd name="connsiteY8" fmla="*/ 170027 h 216890"/>
                    <a:gd name="connsiteX9" fmla="*/ 333276 w 333276"/>
                    <a:gd name="connsiteY9" fmla="*/ 216890 h 216890"/>
                    <a:gd name="connsiteX0" fmla="*/ 66774 w 332331"/>
                    <a:gd name="connsiteY0" fmla="*/ 9245 h 216890"/>
                    <a:gd name="connsiteX1" fmla="*/ 481 w 332331"/>
                    <a:gd name="connsiteY1" fmla="*/ 110591 h 216890"/>
                    <a:gd name="connsiteX2" fmla="*/ 57630 w 332331"/>
                    <a:gd name="connsiteY2" fmla="*/ 139166 h 216890"/>
                    <a:gd name="connsiteX3" fmla="*/ 159357 w 332331"/>
                    <a:gd name="connsiteY3" fmla="*/ 101 h 216890"/>
                    <a:gd name="connsiteX4" fmla="*/ 117066 w 332331"/>
                    <a:gd name="connsiteY4" fmla="*/ 163550 h 216890"/>
                    <a:gd name="connsiteX5" fmla="*/ 208506 w 332331"/>
                    <a:gd name="connsiteY5" fmla="*/ 24866 h 216890"/>
                    <a:gd name="connsiteX6" fmla="*/ 176502 w 332331"/>
                    <a:gd name="connsiteY6" fmla="*/ 190982 h 216890"/>
                    <a:gd name="connsiteX7" fmla="*/ 262989 w 332331"/>
                    <a:gd name="connsiteY7" fmla="*/ 63728 h 216890"/>
                    <a:gd name="connsiteX8" fmla="*/ 257655 w 332331"/>
                    <a:gd name="connsiteY8" fmla="*/ 170027 h 216890"/>
                    <a:gd name="connsiteX9" fmla="*/ 332331 w 332331"/>
                    <a:gd name="connsiteY9" fmla="*/ 216890 h 216890"/>
                    <a:gd name="connsiteX0" fmla="*/ 19501 w 285058"/>
                    <a:gd name="connsiteY0" fmla="*/ 9245 h 216890"/>
                    <a:gd name="connsiteX1" fmla="*/ 6548 w 285058"/>
                    <a:gd name="connsiteY1" fmla="*/ 70586 h 216890"/>
                    <a:gd name="connsiteX2" fmla="*/ 10357 w 285058"/>
                    <a:gd name="connsiteY2" fmla="*/ 139166 h 216890"/>
                    <a:gd name="connsiteX3" fmla="*/ 112084 w 285058"/>
                    <a:gd name="connsiteY3" fmla="*/ 101 h 216890"/>
                    <a:gd name="connsiteX4" fmla="*/ 69793 w 285058"/>
                    <a:gd name="connsiteY4" fmla="*/ 163550 h 216890"/>
                    <a:gd name="connsiteX5" fmla="*/ 161233 w 285058"/>
                    <a:gd name="connsiteY5" fmla="*/ 24866 h 216890"/>
                    <a:gd name="connsiteX6" fmla="*/ 129229 w 285058"/>
                    <a:gd name="connsiteY6" fmla="*/ 190982 h 216890"/>
                    <a:gd name="connsiteX7" fmla="*/ 215716 w 285058"/>
                    <a:gd name="connsiteY7" fmla="*/ 63728 h 216890"/>
                    <a:gd name="connsiteX8" fmla="*/ 210382 w 285058"/>
                    <a:gd name="connsiteY8" fmla="*/ 170027 h 216890"/>
                    <a:gd name="connsiteX9" fmla="*/ 285058 w 285058"/>
                    <a:gd name="connsiteY9" fmla="*/ 216890 h 216890"/>
                    <a:gd name="connsiteX0" fmla="*/ 5 w 328427"/>
                    <a:gd name="connsiteY0" fmla="*/ 1625 h 216890"/>
                    <a:gd name="connsiteX1" fmla="*/ 49917 w 328427"/>
                    <a:gd name="connsiteY1" fmla="*/ 7058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5 w 328427"/>
                    <a:gd name="connsiteY0" fmla="*/ 1625 h 216890"/>
                    <a:gd name="connsiteX1" fmla="*/ 65157 w 328427"/>
                    <a:gd name="connsiteY1" fmla="*/ 5534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4 w 328426"/>
                    <a:gd name="connsiteY0" fmla="*/ 1625 h 216890"/>
                    <a:gd name="connsiteX1" fmla="*/ 82301 w 328426"/>
                    <a:gd name="connsiteY1" fmla="*/ 38201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4 w 328426"/>
                    <a:gd name="connsiteY0" fmla="*/ 1625 h 216890"/>
                    <a:gd name="connsiteX1" fmla="*/ 65156 w 328426"/>
                    <a:gd name="connsiteY1" fmla="*/ 36296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3 w 341760"/>
                    <a:gd name="connsiteY0" fmla="*/ 0 h 220980"/>
                    <a:gd name="connsiteX1" fmla="*/ 78490 w 341760"/>
                    <a:gd name="connsiteY1" fmla="*/ 40386 h 220980"/>
                    <a:gd name="connsiteX2" fmla="*/ 67059 w 341760"/>
                    <a:gd name="connsiteY2" fmla="*/ 143256 h 220980"/>
                    <a:gd name="connsiteX3" fmla="*/ 168786 w 341760"/>
                    <a:gd name="connsiteY3" fmla="*/ 4191 h 220980"/>
                    <a:gd name="connsiteX4" fmla="*/ 126495 w 341760"/>
                    <a:gd name="connsiteY4" fmla="*/ 167640 h 220980"/>
                    <a:gd name="connsiteX5" fmla="*/ 217935 w 341760"/>
                    <a:gd name="connsiteY5" fmla="*/ 28956 h 220980"/>
                    <a:gd name="connsiteX6" fmla="*/ 185931 w 341760"/>
                    <a:gd name="connsiteY6" fmla="*/ 195072 h 220980"/>
                    <a:gd name="connsiteX7" fmla="*/ 272418 w 341760"/>
                    <a:gd name="connsiteY7" fmla="*/ 67818 h 220980"/>
                    <a:gd name="connsiteX8" fmla="*/ 267084 w 341760"/>
                    <a:gd name="connsiteY8" fmla="*/ 174117 h 220980"/>
                    <a:gd name="connsiteX9" fmla="*/ 341760 w 341760"/>
                    <a:gd name="connsiteY9" fmla="*/ 220980 h 220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1760" h="220980">
                      <a:moveTo>
                        <a:pt x="3" y="0"/>
                      </a:moveTo>
                      <a:cubicBezTo>
                        <a:pt x="-568" y="698"/>
                        <a:pt x="71441" y="31433"/>
                        <a:pt x="78490" y="40386"/>
                      </a:cubicBezTo>
                      <a:cubicBezTo>
                        <a:pt x="85539" y="49340"/>
                        <a:pt x="42485" y="158179"/>
                        <a:pt x="67059" y="143256"/>
                      </a:cubicBezTo>
                      <a:cubicBezTo>
                        <a:pt x="82807" y="120142"/>
                        <a:pt x="158880" y="127"/>
                        <a:pt x="168786" y="4191"/>
                      </a:cubicBezTo>
                      <a:cubicBezTo>
                        <a:pt x="178692" y="8255"/>
                        <a:pt x="118304" y="163513"/>
                        <a:pt x="126495" y="167640"/>
                      </a:cubicBezTo>
                      <a:cubicBezTo>
                        <a:pt x="134686" y="171767"/>
                        <a:pt x="208029" y="24384"/>
                        <a:pt x="217935" y="28956"/>
                      </a:cubicBezTo>
                      <a:cubicBezTo>
                        <a:pt x="227841" y="33528"/>
                        <a:pt x="176851" y="188595"/>
                        <a:pt x="185931" y="195072"/>
                      </a:cubicBezTo>
                      <a:cubicBezTo>
                        <a:pt x="195012" y="201549"/>
                        <a:pt x="258893" y="71310"/>
                        <a:pt x="272418" y="67818"/>
                      </a:cubicBezTo>
                      <a:cubicBezTo>
                        <a:pt x="285943" y="64326"/>
                        <a:pt x="255527" y="148590"/>
                        <a:pt x="267084" y="174117"/>
                      </a:cubicBezTo>
                      <a:cubicBezTo>
                        <a:pt x="278641" y="199644"/>
                        <a:pt x="323282" y="210757"/>
                        <a:pt x="341760" y="220980"/>
                      </a:cubicBezTo>
                    </a:path>
                  </a:pathLst>
                </a:cu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7" name="Pie 493">
                  <a:extLst>
                    <a:ext uri="{FF2B5EF4-FFF2-40B4-BE49-F238E27FC236}">
                      <a16:creationId xmlns:a16="http://schemas.microsoft.com/office/drawing/2014/main" id="{B91B0F60-6587-4391-A95F-755733FF410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 flipH="1">
                  <a:off x="25853723" y="1342527"/>
                  <a:ext cx="1251081" cy="813324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362B9FD9-8DB3-4AAC-A66B-7EC3BA76AA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6032429">
                <a:off x="4440492" y="12979696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6A25355B-2101-46AC-A369-E781DA5DA8C2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66" name="Group 365">
                  <a:extLst>
                    <a:ext uri="{FF2B5EF4-FFF2-40B4-BE49-F238E27FC236}">
                      <a16:creationId xmlns:a16="http://schemas.microsoft.com/office/drawing/2014/main" id="{395484F4-B38C-4F9E-A66F-FB2115059EE0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DD277347-6506-4292-B511-4DE9B37C248E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8" name="Straight Connector 367">
                    <a:extLst>
                      <a:ext uri="{FF2B5EF4-FFF2-40B4-BE49-F238E27FC236}">
                        <a16:creationId xmlns:a16="http://schemas.microsoft.com/office/drawing/2014/main" id="{F9740B6F-8A6A-4741-B23E-0A1EDA75B6B3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9" name="Straight Connector 368">
                    <a:extLst>
                      <a:ext uri="{FF2B5EF4-FFF2-40B4-BE49-F238E27FC236}">
                        <a16:creationId xmlns:a16="http://schemas.microsoft.com/office/drawing/2014/main" id="{DD67EFE9-B141-45E2-B753-C2EF8B68D9E5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0" name="Straight Connector 369">
                    <a:extLst>
                      <a:ext uri="{FF2B5EF4-FFF2-40B4-BE49-F238E27FC236}">
                        <a16:creationId xmlns:a16="http://schemas.microsoft.com/office/drawing/2014/main" id="{FB41A358-6A0B-47A8-8743-1ADE7B067B07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1" name="Straight Connector 370">
                    <a:extLst>
                      <a:ext uri="{FF2B5EF4-FFF2-40B4-BE49-F238E27FC236}">
                        <a16:creationId xmlns:a16="http://schemas.microsoft.com/office/drawing/2014/main" id="{4F0B5EC3-DDBC-4898-BE42-C43E6AB88521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2" name="Straight Connector 371">
                    <a:extLst>
                      <a:ext uri="{FF2B5EF4-FFF2-40B4-BE49-F238E27FC236}">
                        <a16:creationId xmlns:a16="http://schemas.microsoft.com/office/drawing/2014/main" id="{B77FE736-9ADC-4ABB-804B-AD4FD40AAE22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50047F7A-DC19-44EC-8BAB-32D2DCD8C0EC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7BD5E43D-3D4A-4155-B4EB-986D23DAC6ED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5" name="Straight Connector 374">
                    <a:extLst>
                      <a:ext uri="{FF2B5EF4-FFF2-40B4-BE49-F238E27FC236}">
                        <a16:creationId xmlns:a16="http://schemas.microsoft.com/office/drawing/2014/main" id="{1CE3F52A-A40E-4519-AC26-0DFD1AB3377F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A4AC5B19-265C-4DAF-A571-BE20E62278B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676541">
                <a:off x="4291578" y="6571926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354" name="Straight Connector 353">
                  <a:extLst>
                    <a:ext uri="{FF2B5EF4-FFF2-40B4-BE49-F238E27FC236}">
                      <a16:creationId xmlns:a16="http://schemas.microsoft.com/office/drawing/2014/main" id="{5C96E8D4-95C0-4B08-8D7B-9C42F6370BB5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55" name="Group 354">
                  <a:extLst>
                    <a:ext uri="{FF2B5EF4-FFF2-40B4-BE49-F238E27FC236}">
                      <a16:creationId xmlns:a16="http://schemas.microsoft.com/office/drawing/2014/main" id="{9AE3911E-3F78-4D20-B1D0-DB8FFD970E47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356" name="Straight Connector 355">
                    <a:extLst>
                      <a:ext uri="{FF2B5EF4-FFF2-40B4-BE49-F238E27FC236}">
                        <a16:creationId xmlns:a16="http://schemas.microsoft.com/office/drawing/2014/main" id="{F5F0ADFE-83E6-4B39-9C1C-55761A9B4DD7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8F890487-6581-4E3B-AACB-85E644336465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BA0E4EF6-2C0C-4166-9A26-02CE651EA3B1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9" name="Straight Connector 358">
                    <a:extLst>
                      <a:ext uri="{FF2B5EF4-FFF2-40B4-BE49-F238E27FC236}">
                        <a16:creationId xmlns:a16="http://schemas.microsoft.com/office/drawing/2014/main" id="{2CE2291A-84E4-4D41-912D-5DA8C6CAE201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0" name="Straight Connector 359">
                    <a:extLst>
                      <a:ext uri="{FF2B5EF4-FFF2-40B4-BE49-F238E27FC236}">
                        <a16:creationId xmlns:a16="http://schemas.microsoft.com/office/drawing/2014/main" id="{C92C7D92-A772-44D9-9B8C-B1E15D9DE304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1" name="Straight Connector 360">
                    <a:extLst>
                      <a:ext uri="{FF2B5EF4-FFF2-40B4-BE49-F238E27FC236}">
                        <a16:creationId xmlns:a16="http://schemas.microsoft.com/office/drawing/2014/main" id="{103A35A8-5E06-4A24-9B44-6A729D2BCF0B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2" name="Straight Connector 361">
                    <a:extLst>
                      <a:ext uri="{FF2B5EF4-FFF2-40B4-BE49-F238E27FC236}">
                        <a16:creationId xmlns:a16="http://schemas.microsoft.com/office/drawing/2014/main" id="{5DD497F5-B761-4749-9C83-B6BFAC03E30C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3" name="Straight Connector 362">
                    <a:extLst>
                      <a:ext uri="{FF2B5EF4-FFF2-40B4-BE49-F238E27FC236}">
                        <a16:creationId xmlns:a16="http://schemas.microsoft.com/office/drawing/2014/main" id="{ED64175F-6233-4297-B1C2-5D74A1A043C5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4" name="Straight Connector 363">
                    <a:extLst>
                      <a:ext uri="{FF2B5EF4-FFF2-40B4-BE49-F238E27FC236}">
                        <a16:creationId xmlns:a16="http://schemas.microsoft.com/office/drawing/2014/main" id="{DEE40E4F-2B57-4B04-9EB4-348A538F713A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E7C1826F-B081-49AA-A249-DFA15DCC285A}"/>
                  </a:ext>
                </a:extLst>
              </p:cNvPr>
              <p:cNvGrpSpPr/>
              <p:nvPr/>
            </p:nvGrpSpPr>
            <p:grpSpPr>
              <a:xfrm rot="5400000">
                <a:off x="6342523" y="5855078"/>
                <a:ext cx="2130862" cy="3378391"/>
                <a:chOff x="36426747" y="1934414"/>
                <a:chExt cx="2130862" cy="3378391"/>
              </a:xfrm>
            </p:grpSpPr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88CB091C-999D-4F65-81A7-645561B58B02}"/>
                    </a:ext>
                  </a:extLst>
                </p:cNvPr>
                <p:cNvSpPr/>
                <p:nvPr/>
              </p:nvSpPr>
              <p:spPr>
                <a:xfrm>
                  <a:off x="36426747" y="2795641"/>
                  <a:ext cx="1042110" cy="10227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sp>
              <p:nvSpPr>
                <p:cNvPr id="351" name="Rounded Rectangle 175">
                  <a:extLst>
                    <a:ext uri="{FF2B5EF4-FFF2-40B4-BE49-F238E27FC236}">
                      <a16:creationId xmlns:a16="http://schemas.microsoft.com/office/drawing/2014/main" id="{5098D851-D0B3-41F1-B1A9-D92E0205F54F}"/>
                    </a:ext>
                  </a:extLst>
                </p:cNvPr>
                <p:cNvSpPr/>
                <p:nvPr/>
              </p:nvSpPr>
              <p:spPr>
                <a:xfrm>
                  <a:off x="36443938" y="4866106"/>
                  <a:ext cx="1042110" cy="102270"/>
                </a:xfrm>
                <a:prstGeom prst="round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2" name="TextBox 351">
                      <a:extLst>
                        <a:ext uri="{FF2B5EF4-FFF2-40B4-BE49-F238E27FC236}">
                          <a16:creationId xmlns:a16="http://schemas.microsoft.com/office/drawing/2014/main" id="{91C4A1EC-4B18-4B68-8965-D00A45A2617A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214427" y="2323489"/>
                      <a:ext cx="1732258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he-IL" sz="2800" dirty="0"/>
                    </a:p>
                    <a:p>
                      <a:pPr algn="ctr"/>
                      <a:r>
                        <a:rPr lang="he-IL" sz="2800" dirty="0">
                          <a:solidFill>
                            <a:srgbClr val="FF0000"/>
                          </a:solidFill>
                        </a:rPr>
                        <a:t>לא מסומן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52" name="TextBox 351">
                      <a:extLst>
                        <a:ext uri="{FF2B5EF4-FFF2-40B4-BE49-F238E27FC236}">
                          <a16:creationId xmlns:a16="http://schemas.microsoft.com/office/drawing/2014/main" id="{91C4A1EC-4B18-4B68-8965-D00A45A261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214427" y="2323489"/>
                      <a:ext cx="1732258" cy="95410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160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3" name="TextBox 352">
                      <a:extLst>
                        <a:ext uri="{FF2B5EF4-FFF2-40B4-BE49-F238E27FC236}">
                          <a16:creationId xmlns:a16="http://schemas.microsoft.com/office/drawing/2014/main" id="{A7920C51-A47D-4AA9-B334-6A726C353BA1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7397191" y="4583275"/>
                      <a:ext cx="935840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353" name="TextBox 352">
                      <a:extLst>
                        <a:ext uri="{FF2B5EF4-FFF2-40B4-BE49-F238E27FC236}">
                          <a16:creationId xmlns:a16="http://schemas.microsoft.com/office/drawing/2014/main" id="{A7920C51-A47D-4AA9-B334-6A726C353B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7397191" y="4583275"/>
                      <a:ext cx="935840" cy="523220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50B67474-CB77-449B-8B3C-F3FEDA311D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00498" y="12007833"/>
                <a:ext cx="644352" cy="0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39149949-E82A-460C-8DE5-4328A6C3FC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301321" y="9273103"/>
                <a:ext cx="26363" cy="274696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3061506D-4912-4C9C-89D7-3BB696D034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12444" y="9249795"/>
                <a:ext cx="4709264" cy="40094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9DADACEC-734D-42D0-95DC-7F8939329B5F}"/>
                  </a:ext>
                </a:extLst>
              </p:cNvPr>
              <p:cNvCxnSpPr>
                <a:cxnSpLocks/>
                <a:stCxn id="440" idx="0"/>
              </p:cNvCxnSpPr>
              <p:nvPr/>
            </p:nvCxnSpPr>
            <p:spPr>
              <a:xfrm flipH="1" flipV="1">
                <a:off x="10628784" y="9285106"/>
                <a:ext cx="78387" cy="8555439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1C12C8C9-D506-4200-8C9A-DA32ACC7B8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82762" y="9273103"/>
                <a:ext cx="63493" cy="816384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CFB5F3FC-CAFE-4816-9C77-3D54846BC595}"/>
                  </a:ext>
                </a:extLst>
              </p:cNvPr>
              <p:cNvCxnSpPr>
                <a:cxnSpLocks/>
                <a:endCxn id="377" idx="0"/>
              </p:cNvCxnSpPr>
              <p:nvPr/>
            </p:nvCxnSpPr>
            <p:spPr>
              <a:xfrm flipH="1">
                <a:off x="5213511" y="17468014"/>
                <a:ext cx="1834072" cy="66361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A5413E13-4490-4CBB-A616-DF5ED4F367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52900" y="13210473"/>
                <a:ext cx="734693" cy="0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5C051EEC-D477-4DAA-976E-881193A6A6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13200" y="6924114"/>
                <a:ext cx="48880" cy="6284603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4388EBBD-A897-4924-99E6-06BEADD923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9824" y="6910127"/>
                <a:ext cx="5787750" cy="24983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30C5D43F-2322-47CD-865C-4B75806462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88147" y="9277884"/>
                <a:ext cx="3644864" cy="1311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A18B5E3A-F823-425F-AD04-28D17178C2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04818" y="6893190"/>
                <a:ext cx="32555" cy="239780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F945B938-D835-4179-B895-12B7FA4741C1}"/>
              </a:ext>
            </a:extLst>
          </p:cNvPr>
          <p:cNvGrpSpPr/>
          <p:nvPr/>
        </p:nvGrpSpPr>
        <p:grpSpPr>
          <a:xfrm>
            <a:off x="24627155" y="-8722991"/>
            <a:ext cx="17579106" cy="17391185"/>
            <a:chOff x="788493" y="289783"/>
            <a:chExt cx="19768366" cy="19557042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473B2E80-BB35-4464-9ED7-95BA9DD3A799}"/>
                </a:ext>
              </a:extLst>
            </p:cNvPr>
            <p:cNvSpPr/>
            <p:nvPr/>
          </p:nvSpPr>
          <p:spPr>
            <a:xfrm>
              <a:off x="788493" y="1813010"/>
              <a:ext cx="17877961" cy="18033815"/>
            </a:xfrm>
            <a:prstGeom prst="rect">
              <a:avLst/>
            </a:prstGeom>
            <a:solidFill>
              <a:schemeClr val="bg2">
                <a:lumMod val="75000"/>
                <a:alpha val="37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539A8362-AF64-4E5F-92EF-CD78EF4831FB}"/>
                </a:ext>
              </a:extLst>
            </p:cNvPr>
            <p:cNvSpPr txBox="1"/>
            <p:nvPr/>
          </p:nvSpPr>
          <p:spPr>
            <a:xfrm>
              <a:off x="4729052" y="745548"/>
              <a:ext cx="112875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L1</a:t>
              </a: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7C0DBFA8-6D7B-4B75-B0DC-A11C87F7ED92}"/>
                </a:ext>
              </a:extLst>
            </p:cNvPr>
            <p:cNvSpPr/>
            <p:nvPr/>
          </p:nvSpPr>
          <p:spPr>
            <a:xfrm>
              <a:off x="3189767" y="3406251"/>
              <a:ext cx="4678326" cy="1092802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/>
                <a:t>L1</a:t>
              </a:r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D516F034-5B33-46B0-A123-3F9E01C3C2A0}"/>
                </a:ext>
              </a:extLst>
            </p:cNvPr>
            <p:cNvSpPr/>
            <p:nvPr/>
          </p:nvSpPr>
          <p:spPr>
            <a:xfrm>
              <a:off x="4400578" y="14934306"/>
              <a:ext cx="2168118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2" name="TextBox 451">
                  <a:extLst>
                    <a:ext uri="{FF2B5EF4-FFF2-40B4-BE49-F238E27FC236}">
                      <a16:creationId xmlns:a16="http://schemas.microsoft.com/office/drawing/2014/main" id="{9C2D583E-D0B8-4753-BAED-A81DF0CC2C8C}"/>
                    </a:ext>
                  </a:extLst>
                </p:cNvPr>
                <p:cNvSpPr txBox="1"/>
                <p:nvPr/>
              </p:nvSpPr>
              <p:spPr>
                <a:xfrm>
                  <a:off x="6372130" y="14697019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2" name="TextBox 451">
                  <a:extLst>
                    <a:ext uri="{FF2B5EF4-FFF2-40B4-BE49-F238E27FC236}">
                      <a16:creationId xmlns:a16="http://schemas.microsoft.com/office/drawing/2014/main" id="{9C2D583E-D0B8-4753-BAED-A81DF0CC2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2130" y="14697019"/>
                  <a:ext cx="1236803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1A545F17-C549-40F0-807D-DF9FA52BBF1E}"/>
                </a:ext>
              </a:extLst>
            </p:cNvPr>
            <p:cNvGrpSpPr/>
            <p:nvPr/>
          </p:nvGrpSpPr>
          <p:grpSpPr>
            <a:xfrm rot="5400000">
              <a:off x="5239329" y="16226588"/>
              <a:ext cx="652922" cy="720022"/>
              <a:chOff x="36090295" y="3317783"/>
              <a:chExt cx="652922" cy="720022"/>
            </a:xfrm>
          </p:grpSpPr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A42903DD-119C-469E-A97C-4D8A29CE3FD7}"/>
                  </a:ext>
                </a:extLst>
              </p:cNvPr>
              <p:cNvSpPr/>
              <p:nvPr/>
            </p:nvSpPr>
            <p:spPr>
              <a:xfrm rot="5400000" flipV="1">
                <a:off x="36056044" y="3357924"/>
                <a:ext cx="714132" cy="64563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87000"/>
                </a:schemeClr>
              </a:solidFill>
              <a:ln>
                <a:solidFill>
                  <a:schemeClr val="bg1">
                    <a:lumMod val="65000"/>
                    <a:alpha val="7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555" name="Straight Connector 554">
                <a:extLst>
                  <a:ext uri="{FF2B5EF4-FFF2-40B4-BE49-F238E27FC236}">
                    <a16:creationId xmlns:a16="http://schemas.microsoft.com/office/drawing/2014/main" id="{CE6823EB-5F69-4686-8D71-1472B03B0A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11180" y="3317783"/>
                <a:ext cx="632037" cy="705577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  <a:alpha val="9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9EF9D79A-F1E9-417C-8A33-77D5E756A7A8}"/>
                </a:ext>
              </a:extLst>
            </p:cNvPr>
            <p:cNvSpPr/>
            <p:nvPr/>
          </p:nvSpPr>
          <p:spPr>
            <a:xfrm>
              <a:off x="4484398" y="18098222"/>
              <a:ext cx="2168118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5" name="TextBox 454">
                  <a:extLst>
                    <a:ext uri="{FF2B5EF4-FFF2-40B4-BE49-F238E27FC236}">
                      <a16:creationId xmlns:a16="http://schemas.microsoft.com/office/drawing/2014/main" id="{A04119A5-2ACE-4463-8DFC-C280CBE66254}"/>
                    </a:ext>
                  </a:extLst>
                </p:cNvPr>
                <p:cNvSpPr txBox="1"/>
                <p:nvPr/>
              </p:nvSpPr>
              <p:spPr>
                <a:xfrm>
                  <a:off x="6455950" y="17860935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5" name="TextBox 454">
                  <a:extLst>
                    <a:ext uri="{FF2B5EF4-FFF2-40B4-BE49-F238E27FC236}">
                      <a16:creationId xmlns:a16="http://schemas.microsoft.com/office/drawing/2014/main" id="{A04119A5-2ACE-4463-8DFC-C280CBE66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5950" y="17860935"/>
                  <a:ext cx="1236803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CE943BB7-32F9-4B70-BD49-CAEDA6E764E2}"/>
                </a:ext>
              </a:extLst>
            </p:cNvPr>
            <p:cNvSpPr/>
            <p:nvPr/>
          </p:nvSpPr>
          <p:spPr>
            <a:xfrm rot="16200000">
              <a:off x="8357122" y="18313597"/>
              <a:ext cx="2168118" cy="10227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TextBox 456">
                  <a:extLst>
                    <a:ext uri="{FF2B5EF4-FFF2-40B4-BE49-F238E27FC236}">
                      <a16:creationId xmlns:a16="http://schemas.microsoft.com/office/drawing/2014/main" id="{AD0C23F8-2495-412C-8CC8-797D17F663A3}"/>
                    </a:ext>
                  </a:extLst>
                </p:cNvPr>
                <p:cNvSpPr txBox="1"/>
                <p:nvPr/>
              </p:nvSpPr>
              <p:spPr>
                <a:xfrm>
                  <a:off x="8822778" y="16672708"/>
                  <a:ext cx="12368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7" name="TextBox 456">
                  <a:extLst>
                    <a:ext uri="{FF2B5EF4-FFF2-40B4-BE49-F238E27FC236}">
                      <a16:creationId xmlns:a16="http://schemas.microsoft.com/office/drawing/2014/main" id="{AD0C23F8-2495-412C-8CC8-797D17F663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2778" y="16672708"/>
                  <a:ext cx="1236803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8" name="Rounded Rectangle 175">
              <a:extLst>
                <a:ext uri="{FF2B5EF4-FFF2-40B4-BE49-F238E27FC236}">
                  <a16:creationId xmlns:a16="http://schemas.microsoft.com/office/drawing/2014/main" id="{5899875D-B5DA-47ED-A5BB-06410D836B57}"/>
                </a:ext>
              </a:extLst>
            </p:cNvPr>
            <p:cNvSpPr/>
            <p:nvPr/>
          </p:nvSpPr>
          <p:spPr>
            <a:xfrm rot="16200000">
              <a:off x="9594373" y="18257918"/>
              <a:ext cx="2139014" cy="10227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9" name="TextBox 458">
                  <a:extLst>
                    <a:ext uri="{FF2B5EF4-FFF2-40B4-BE49-F238E27FC236}">
                      <a16:creationId xmlns:a16="http://schemas.microsoft.com/office/drawing/2014/main" id="{BE83C0FC-2122-4009-A2E5-8A5042605B0F}"/>
                    </a:ext>
                  </a:extLst>
                </p:cNvPr>
                <p:cNvSpPr txBox="1"/>
                <p:nvPr/>
              </p:nvSpPr>
              <p:spPr>
                <a:xfrm>
                  <a:off x="10195960" y="16644158"/>
                  <a:ext cx="9358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59" name="TextBox 458">
                  <a:extLst>
                    <a:ext uri="{FF2B5EF4-FFF2-40B4-BE49-F238E27FC236}">
                      <a16:creationId xmlns:a16="http://schemas.microsoft.com/office/drawing/2014/main" id="{BE83C0FC-2122-4009-A2E5-8A5042605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5960" y="16644158"/>
                  <a:ext cx="935840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C44EB02E-36CB-4F8D-87A1-8443C1C96ACF}"/>
                </a:ext>
              </a:extLst>
            </p:cNvPr>
            <p:cNvGrpSpPr/>
            <p:nvPr/>
          </p:nvGrpSpPr>
          <p:grpSpPr>
            <a:xfrm rot="10800000">
              <a:off x="16909774" y="17839064"/>
              <a:ext cx="1953291" cy="1251081"/>
              <a:chOff x="24932635" y="1123648"/>
              <a:chExt cx="1953291" cy="1251081"/>
            </a:xfrm>
          </p:grpSpPr>
          <p:sp>
            <p:nvSpPr>
              <p:cNvPr id="552" name="Freeform 494">
                <a:extLst>
                  <a:ext uri="{FF2B5EF4-FFF2-40B4-BE49-F238E27FC236}">
                    <a16:creationId xmlns:a16="http://schemas.microsoft.com/office/drawing/2014/main" id="{CCE685FC-E88F-42AA-B3DB-77C097A78E96}"/>
                  </a:ext>
                </a:extLst>
              </p:cNvPr>
              <p:cNvSpPr/>
              <p:nvPr/>
            </p:nvSpPr>
            <p:spPr>
              <a:xfrm rot="1563107" flipH="1">
                <a:off x="24932635" y="1477680"/>
                <a:ext cx="1037219" cy="670661"/>
              </a:xfrm>
              <a:custGeom>
                <a:avLst/>
                <a:gdLst>
                  <a:gd name="connsiteX0" fmla="*/ 0 w 262484"/>
                  <a:gd name="connsiteY0" fmla="*/ 146546 h 209479"/>
                  <a:gd name="connsiteX1" fmla="*/ 79248 w 262484"/>
                  <a:gd name="connsiteY1" fmla="*/ 242 h 209479"/>
                  <a:gd name="connsiteX2" fmla="*/ 42672 w 262484"/>
                  <a:gd name="connsiteY2" fmla="*/ 177026 h 209479"/>
                  <a:gd name="connsiteX3" fmla="*/ 134112 w 262484"/>
                  <a:gd name="connsiteY3" fmla="*/ 30722 h 209479"/>
                  <a:gd name="connsiteX4" fmla="*/ 109728 w 262484"/>
                  <a:gd name="connsiteY4" fmla="*/ 189218 h 209479"/>
                  <a:gd name="connsiteX5" fmla="*/ 182880 w 262484"/>
                  <a:gd name="connsiteY5" fmla="*/ 73394 h 209479"/>
                  <a:gd name="connsiteX6" fmla="*/ 188976 w 262484"/>
                  <a:gd name="connsiteY6" fmla="*/ 158738 h 209479"/>
                  <a:gd name="connsiteX7" fmla="*/ 256032 w 262484"/>
                  <a:gd name="connsiteY7" fmla="*/ 207506 h 209479"/>
                  <a:gd name="connsiteX8" fmla="*/ 256032 w 262484"/>
                  <a:gd name="connsiteY8" fmla="*/ 195314 h 209479"/>
                  <a:gd name="connsiteX0" fmla="*/ 0 w 300512"/>
                  <a:gd name="connsiteY0" fmla="*/ 146546 h 223411"/>
                  <a:gd name="connsiteX1" fmla="*/ 79248 w 300512"/>
                  <a:gd name="connsiteY1" fmla="*/ 242 h 223411"/>
                  <a:gd name="connsiteX2" fmla="*/ 42672 w 300512"/>
                  <a:gd name="connsiteY2" fmla="*/ 177026 h 223411"/>
                  <a:gd name="connsiteX3" fmla="*/ 134112 w 300512"/>
                  <a:gd name="connsiteY3" fmla="*/ 30722 h 223411"/>
                  <a:gd name="connsiteX4" fmla="*/ 109728 w 300512"/>
                  <a:gd name="connsiteY4" fmla="*/ 189218 h 223411"/>
                  <a:gd name="connsiteX5" fmla="*/ 182880 w 300512"/>
                  <a:gd name="connsiteY5" fmla="*/ 73394 h 223411"/>
                  <a:gd name="connsiteX6" fmla="*/ 188976 w 300512"/>
                  <a:gd name="connsiteY6" fmla="*/ 158738 h 223411"/>
                  <a:gd name="connsiteX7" fmla="*/ 256032 w 300512"/>
                  <a:gd name="connsiteY7" fmla="*/ 207506 h 223411"/>
                  <a:gd name="connsiteX8" fmla="*/ 299847 w 300512"/>
                  <a:gd name="connsiteY8" fmla="*/ 220079 h 223411"/>
                  <a:gd name="connsiteX0" fmla="*/ 0 w 256032"/>
                  <a:gd name="connsiteY0" fmla="*/ 146546 h 207506"/>
                  <a:gd name="connsiteX1" fmla="*/ 79248 w 256032"/>
                  <a:gd name="connsiteY1" fmla="*/ 242 h 207506"/>
                  <a:gd name="connsiteX2" fmla="*/ 42672 w 256032"/>
                  <a:gd name="connsiteY2" fmla="*/ 177026 h 207506"/>
                  <a:gd name="connsiteX3" fmla="*/ 134112 w 256032"/>
                  <a:gd name="connsiteY3" fmla="*/ 30722 h 207506"/>
                  <a:gd name="connsiteX4" fmla="*/ 109728 w 256032"/>
                  <a:gd name="connsiteY4" fmla="*/ 189218 h 207506"/>
                  <a:gd name="connsiteX5" fmla="*/ 182880 w 256032"/>
                  <a:gd name="connsiteY5" fmla="*/ 73394 h 207506"/>
                  <a:gd name="connsiteX6" fmla="*/ 188976 w 256032"/>
                  <a:gd name="connsiteY6" fmla="*/ 158738 h 207506"/>
                  <a:gd name="connsiteX7" fmla="*/ 256032 w 256032"/>
                  <a:gd name="connsiteY7" fmla="*/ 207506 h 207506"/>
                  <a:gd name="connsiteX0" fmla="*/ 0 w 275082"/>
                  <a:gd name="connsiteY0" fmla="*/ 140948 h 207623"/>
                  <a:gd name="connsiteX1" fmla="*/ 98298 w 275082"/>
                  <a:gd name="connsiteY1" fmla="*/ 359 h 207623"/>
                  <a:gd name="connsiteX2" fmla="*/ 61722 w 275082"/>
                  <a:gd name="connsiteY2" fmla="*/ 177143 h 207623"/>
                  <a:gd name="connsiteX3" fmla="*/ 153162 w 275082"/>
                  <a:gd name="connsiteY3" fmla="*/ 30839 h 207623"/>
                  <a:gd name="connsiteX4" fmla="*/ 128778 w 275082"/>
                  <a:gd name="connsiteY4" fmla="*/ 189335 h 207623"/>
                  <a:gd name="connsiteX5" fmla="*/ 201930 w 275082"/>
                  <a:gd name="connsiteY5" fmla="*/ 73511 h 207623"/>
                  <a:gd name="connsiteX6" fmla="*/ 208026 w 275082"/>
                  <a:gd name="connsiteY6" fmla="*/ 158855 h 207623"/>
                  <a:gd name="connsiteX7" fmla="*/ 275082 w 275082"/>
                  <a:gd name="connsiteY7" fmla="*/ 207623 h 207623"/>
                  <a:gd name="connsiteX0" fmla="*/ 0 w 275082"/>
                  <a:gd name="connsiteY0" fmla="*/ 139053 h 205728"/>
                  <a:gd name="connsiteX1" fmla="*/ 94488 w 275082"/>
                  <a:gd name="connsiteY1" fmla="*/ 369 h 205728"/>
                  <a:gd name="connsiteX2" fmla="*/ 61722 w 275082"/>
                  <a:gd name="connsiteY2" fmla="*/ 175248 h 205728"/>
                  <a:gd name="connsiteX3" fmla="*/ 153162 w 275082"/>
                  <a:gd name="connsiteY3" fmla="*/ 28944 h 205728"/>
                  <a:gd name="connsiteX4" fmla="*/ 128778 w 275082"/>
                  <a:gd name="connsiteY4" fmla="*/ 187440 h 205728"/>
                  <a:gd name="connsiteX5" fmla="*/ 201930 w 275082"/>
                  <a:gd name="connsiteY5" fmla="*/ 71616 h 205728"/>
                  <a:gd name="connsiteX6" fmla="*/ 208026 w 275082"/>
                  <a:gd name="connsiteY6" fmla="*/ 156960 h 205728"/>
                  <a:gd name="connsiteX7" fmla="*/ 275082 w 275082"/>
                  <a:gd name="connsiteY7" fmla="*/ 205728 h 205728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53162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07823 w 275082"/>
                  <a:gd name="connsiteY4" fmla="*/ 19296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4310 w 275082"/>
                  <a:gd name="connsiteY5" fmla="*/ 5999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192786 w 275082"/>
                  <a:gd name="connsiteY6" fmla="*/ 170107 h 205540"/>
                  <a:gd name="connsiteX7" fmla="*/ 275082 w 275082"/>
                  <a:gd name="connsiteY7" fmla="*/ 205540 h 205540"/>
                  <a:gd name="connsiteX0" fmla="*/ 0 w 267462"/>
                  <a:gd name="connsiteY0" fmla="*/ 138865 h 216970"/>
                  <a:gd name="connsiteX1" fmla="*/ 94488 w 267462"/>
                  <a:gd name="connsiteY1" fmla="*/ 181 h 216970"/>
                  <a:gd name="connsiteX2" fmla="*/ 52197 w 267462"/>
                  <a:gd name="connsiteY2" fmla="*/ 163630 h 216970"/>
                  <a:gd name="connsiteX3" fmla="*/ 143637 w 267462"/>
                  <a:gd name="connsiteY3" fmla="*/ 24946 h 216970"/>
                  <a:gd name="connsiteX4" fmla="*/ 111633 w 267462"/>
                  <a:gd name="connsiteY4" fmla="*/ 191062 h 216970"/>
                  <a:gd name="connsiteX5" fmla="*/ 198120 w 267462"/>
                  <a:gd name="connsiteY5" fmla="*/ 63808 h 216970"/>
                  <a:gd name="connsiteX6" fmla="*/ 192786 w 267462"/>
                  <a:gd name="connsiteY6" fmla="*/ 170107 h 216970"/>
                  <a:gd name="connsiteX7" fmla="*/ 267462 w 267462"/>
                  <a:gd name="connsiteY7" fmla="*/ 216970 h 216970"/>
                  <a:gd name="connsiteX0" fmla="*/ 6703 w 274165"/>
                  <a:gd name="connsiteY0" fmla="*/ 138755 h 216860"/>
                  <a:gd name="connsiteX1" fmla="*/ 7084 w 274165"/>
                  <a:gd name="connsiteY1" fmla="*/ 142946 h 216860"/>
                  <a:gd name="connsiteX2" fmla="*/ 101191 w 274165"/>
                  <a:gd name="connsiteY2" fmla="*/ 71 h 216860"/>
                  <a:gd name="connsiteX3" fmla="*/ 58900 w 274165"/>
                  <a:gd name="connsiteY3" fmla="*/ 163520 h 216860"/>
                  <a:gd name="connsiteX4" fmla="*/ 150340 w 274165"/>
                  <a:gd name="connsiteY4" fmla="*/ 24836 h 216860"/>
                  <a:gd name="connsiteX5" fmla="*/ 118336 w 274165"/>
                  <a:gd name="connsiteY5" fmla="*/ 190952 h 216860"/>
                  <a:gd name="connsiteX6" fmla="*/ 204823 w 274165"/>
                  <a:gd name="connsiteY6" fmla="*/ 63698 h 216860"/>
                  <a:gd name="connsiteX7" fmla="*/ 199489 w 274165"/>
                  <a:gd name="connsiteY7" fmla="*/ 169997 h 216860"/>
                  <a:gd name="connsiteX8" fmla="*/ 274165 w 274165"/>
                  <a:gd name="connsiteY8" fmla="*/ 216860 h 216860"/>
                  <a:gd name="connsiteX0" fmla="*/ 6703 w 274165"/>
                  <a:gd name="connsiteY0" fmla="*/ 138865 h 216970"/>
                  <a:gd name="connsiteX1" fmla="*/ 7084 w 274165"/>
                  <a:gd name="connsiteY1" fmla="*/ 131626 h 216970"/>
                  <a:gd name="connsiteX2" fmla="*/ 101191 w 274165"/>
                  <a:gd name="connsiteY2" fmla="*/ 181 h 216970"/>
                  <a:gd name="connsiteX3" fmla="*/ 58900 w 274165"/>
                  <a:gd name="connsiteY3" fmla="*/ 163630 h 216970"/>
                  <a:gd name="connsiteX4" fmla="*/ 150340 w 274165"/>
                  <a:gd name="connsiteY4" fmla="*/ 24946 h 216970"/>
                  <a:gd name="connsiteX5" fmla="*/ 118336 w 274165"/>
                  <a:gd name="connsiteY5" fmla="*/ 191062 h 216970"/>
                  <a:gd name="connsiteX6" fmla="*/ 204823 w 274165"/>
                  <a:gd name="connsiteY6" fmla="*/ 63808 h 216970"/>
                  <a:gd name="connsiteX7" fmla="*/ 199489 w 274165"/>
                  <a:gd name="connsiteY7" fmla="*/ 170107 h 216970"/>
                  <a:gd name="connsiteX8" fmla="*/ 274165 w 274165"/>
                  <a:gd name="connsiteY8" fmla="*/ 216970 h 216970"/>
                  <a:gd name="connsiteX0" fmla="*/ 24483 w 291945"/>
                  <a:gd name="connsiteY0" fmla="*/ 138865 h 216970"/>
                  <a:gd name="connsiteX1" fmla="*/ 24864 w 291945"/>
                  <a:gd name="connsiteY1" fmla="*/ 131626 h 216970"/>
                  <a:gd name="connsiteX2" fmla="*/ 118971 w 291945"/>
                  <a:gd name="connsiteY2" fmla="*/ 181 h 216970"/>
                  <a:gd name="connsiteX3" fmla="*/ 76680 w 291945"/>
                  <a:gd name="connsiteY3" fmla="*/ 163630 h 216970"/>
                  <a:gd name="connsiteX4" fmla="*/ 168120 w 291945"/>
                  <a:gd name="connsiteY4" fmla="*/ 24946 h 216970"/>
                  <a:gd name="connsiteX5" fmla="*/ 136116 w 291945"/>
                  <a:gd name="connsiteY5" fmla="*/ 191062 h 216970"/>
                  <a:gd name="connsiteX6" fmla="*/ 222603 w 291945"/>
                  <a:gd name="connsiteY6" fmla="*/ 63808 h 216970"/>
                  <a:gd name="connsiteX7" fmla="*/ 217269 w 291945"/>
                  <a:gd name="connsiteY7" fmla="*/ 170107 h 216970"/>
                  <a:gd name="connsiteX8" fmla="*/ 291945 w 291945"/>
                  <a:gd name="connsiteY8" fmla="*/ 216970 h 216970"/>
                  <a:gd name="connsiteX0" fmla="*/ 11607 w 279069"/>
                  <a:gd name="connsiteY0" fmla="*/ 138890 h 216995"/>
                  <a:gd name="connsiteX1" fmla="*/ 31038 w 279069"/>
                  <a:gd name="connsiteY1" fmla="*/ 129746 h 216995"/>
                  <a:gd name="connsiteX2" fmla="*/ 106095 w 279069"/>
                  <a:gd name="connsiteY2" fmla="*/ 206 h 216995"/>
                  <a:gd name="connsiteX3" fmla="*/ 63804 w 279069"/>
                  <a:gd name="connsiteY3" fmla="*/ 163655 h 216995"/>
                  <a:gd name="connsiteX4" fmla="*/ 155244 w 279069"/>
                  <a:gd name="connsiteY4" fmla="*/ 24971 h 216995"/>
                  <a:gd name="connsiteX5" fmla="*/ 123240 w 279069"/>
                  <a:gd name="connsiteY5" fmla="*/ 191087 h 216995"/>
                  <a:gd name="connsiteX6" fmla="*/ 209727 w 279069"/>
                  <a:gd name="connsiteY6" fmla="*/ 63833 h 216995"/>
                  <a:gd name="connsiteX7" fmla="*/ 204393 w 279069"/>
                  <a:gd name="connsiteY7" fmla="*/ 170132 h 216995"/>
                  <a:gd name="connsiteX8" fmla="*/ 279069 w 279069"/>
                  <a:gd name="connsiteY8" fmla="*/ 216995 h 216995"/>
                  <a:gd name="connsiteX0" fmla="*/ 15180 w 276927"/>
                  <a:gd name="connsiteY0" fmla="*/ 51260 h 216995"/>
                  <a:gd name="connsiteX1" fmla="*/ 28896 w 276927"/>
                  <a:gd name="connsiteY1" fmla="*/ 129746 h 216995"/>
                  <a:gd name="connsiteX2" fmla="*/ 103953 w 276927"/>
                  <a:gd name="connsiteY2" fmla="*/ 206 h 216995"/>
                  <a:gd name="connsiteX3" fmla="*/ 61662 w 276927"/>
                  <a:gd name="connsiteY3" fmla="*/ 163655 h 216995"/>
                  <a:gd name="connsiteX4" fmla="*/ 153102 w 276927"/>
                  <a:gd name="connsiteY4" fmla="*/ 24971 h 216995"/>
                  <a:gd name="connsiteX5" fmla="*/ 121098 w 276927"/>
                  <a:gd name="connsiteY5" fmla="*/ 191087 h 216995"/>
                  <a:gd name="connsiteX6" fmla="*/ 207585 w 276927"/>
                  <a:gd name="connsiteY6" fmla="*/ 63833 h 216995"/>
                  <a:gd name="connsiteX7" fmla="*/ 202251 w 276927"/>
                  <a:gd name="connsiteY7" fmla="*/ 170132 h 216995"/>
                  <a:gd name="connsiteX8" fmla="*/ 276927 w 276927"/>
                  <a:gd name="connsiteY8" fmla="*/ 216995 h 216995"/>
                  <a:gd name="connsiteX0" fmla="*/ 34758 w 296505"/>
                  <a:gd name="connsiteY0" fmla="*/ 51155 h 216890"/>
                  <a:gd name="connsiteX1" fmla="*/ 21804 w 296505"/>
                  <a:gd name="connsiteY1" fmla="*/ 139166 h 216890"/>
                  <a:gd name="connsiteX2" fmla="*/ 123531 w 296505"/>
                  <a:gd name="connsiteY2" fmla="*/ 101 h 216890"/>
                  <a:gd name="connsiteX3" fmla="*/ 81240 w 296505"/>
                  <a:gd name="connsiteY3" fmla="*/ 163550 h 216890"/>
                  <a:gd name="connsiteX4" fmla="*/ 172680 w 296505"/>
                  <a:gd name="connsiteY4" fmla="*/ 24866 h 216890"/>
                  <a:gd name="connsiteX5" fmla="*/ 140676 w 296505"/>
                  <a:gd name="connsiteY5" fmla="*/ 190982 h 216890"/>
                  <a:gd name="connsiteX6" fmla="*/ 227163 w 296505"/>
                  <a:gd name="connsiteY6" fmla="*/ 63728 h 216890"/>
                  <a:gd name="connsiteX7" fmla="*/ 221829 w 296505"/>
                  <a:gd name="connsiteY7" fmla="*/ 170027 h 216890"/>
                  <a:gd name="connsiteX8" fmla="*/ 296505 w 296505"/>
                  <a:gd name="connsiteY8" fmla="*/ 216890 h 216890"/>
                  <a:gd name="connsiteX0" fmla="*/ 1399 w 318391"/>
                  <a:gd name="connsiteY0" fmla="*/ 85445 h 216890"/>
                  <a:gd name="connsiteX1" fmla="*/ 43690 w 318391"/>
                  <a:gd name="connsiteY1" fmla="*/ 139166 h 216890"/>
                  <a:gd name="connsiteX2" fmla="*/ 145417 w 318391"/>
                  <a:gd name="connsiteY2" fmla="*/ 101 h 216890"/>
                  <a:gd name="connsiteX3" fmla="*/ 103126 w 318391"/>
                  <a:gd name="connsiteY3" fmla="*/ 163550 h 216890"/>
                  <a:gd name="connsiteX4" fmla="*/ 194566 w 318391"/>
                  <a:gd name="connsiteY4" fmla="*/ 24866 h 216890"/>
                  <a:gd name="connsiteX5" fmla="*/ 162562 w 318391"/>
                  <a:gd name="connsiteY5" fmla="*/ 190982 h 216890"/>
                  <a:gd name="connsiteX6" fmla="*/ 249049 w 318391"/>
                  <a:gd name="connsiteY6" fmla="*/ 63728 h 216890"/>
                  <a:gd name="connsiteX7" fmla="*/ 243715 w 318391"/>
                  <a:gd name="connsiteY7" fmla="*/ 170027 h 216890"/>
                  <a:gd name="connsiteX8" fmla="*/ 318391 w 318391"/>
                  <a:gd name="connsiteY8" fmla="*/ 216890 h 216890"/>
                  <a:gd name="connsiteX0" fmla="*/ 5949 w 322941"/>
                  <a:gd name="connsiteY0" fmla="*/ 85445 h 216890"/>
                  <a:gd name="connsiteX1" fmla="*/ 2521 w 322941"/>
                  <a:gd name="connsiteY1" fmla="*/ 89636 h 216890"/>
                  <a:gd name="connsiteX2" fmla="*/ 48240 w 322941"/>
                  <a:gd name="connsiteY2" fmla="*/ 139166 h 216890"/>
                  <a:gd name="connsiteX3" fmla="*/ 149967 w 322941"/>
                  <a:gd name="connsiteY3" fmla="*/ 101 h 216890"/>
                  <a:gd name="connsiteX4" fmla="*/ 107676 w 322941"/>
                  <a:gd name="connsiteY4" fmla="*/ 163550 h 216890"/>
                  <a:gd name="connsiteX5" fmla="*/ 199116 w 322941"/>
                  <a:gd name="connsiteY5" fmla="*/ 24866 h 216890"/>
                  <a:gd name="connsiteX6" fmla="*/ 167112 w 322941"/>
                  <a:gd name="connsiteY6" fmla="*/ 190982 h 216890"/>
                  <a:gd name="connsiteX7" fmla="*/ 253599 w 322941"/>
                  <a:gd name="connsiteY7" fmla="*/ 63728 h 216890"/>
                  <a:gd name="connsiteX8" fmla="*/ 248265 w 322941"/>
                  <a:gd name="connsiteY8" fmla="*/ 170027 h 216890"/>
                  <a:gd name="connsiteX9" fmla="*/ 322941 w 322941"/>
                  <a:gd name="connsiteY9" fmla="*/ 216890 h 216890"/>
                  <a:gd name="connsiteX0" fmla="*/ 8 w 317000"/>
                  <a:gd name="connsiteY0" fmla="*/ 85445 h 216890"/>
                  <a:gd name="connsiteX1" fmla="*/ 40395 w 317000"/>
                  <a:gd name="connsiteY1" fmla="*/ 53441 h 216890"/>
                  <a:gd name="connsiteX2" fmla="*/ 42299 w 317000"/>
                  <a:gd name="connsiteY2" fmla="*/ 139166 h 216890"/>
                  <a:gd name="connsiteX3" fmla="*/ 144026 w 317000"/>
                  <a:gd name="connsiteY3" fmla="*/ 101 h 216890"/>
                  <a:gd name="connsiteX4" fmla="*/ 101735 w 317000"/>
                  <a:gd name="connsiteY4" fmla="*/ 163550 h 216890"/>
                  <a:gd name="connsiteX5" fmla="*/ 193175 w 317000"/>
                  <a:gd name="connsiteY5" fmla="*/ 24866 h 216890"/>
                  <a:gd name="connsiteX6" fmla="*/ 161171 w 317000"/>
                  <a:gd name="connsiteY6" fmla="*/ 190982 h 216890"/>
                  <a:gd name="connsiteX7" fmla="*/ 247658 w 317000"/>
                  <a:gd name="connsiteY7" fmla="*/ 63728 h 216890"/>
                  <a:gd name="connsiteX8" fmla="*/ 242324 w 317000"/>
                  <a:gd name="connsiteY8" fmla="*/ 170027 h 216890"/>
                  <a:gd name="connsiteX9" fmla="*/ 317000 w 317000"/>
                  <a:gd name="connsiteY9" fmla="*/ 216890 h 216890"/>
                  <a:gd name="connsiteX0" fmla="*/ 16284 w 333276"/>
                  <a:gd name="connsiteY0" fmla="*/ 85445 h 216890"/>
                  <a:gd name="connsiteX1" fmla="*/ 1426 w 333276"/>
                  <a:gd name="connsiteY1" fmla="*/ 110591 h 216890"/>
                  <a:gd name="connsiteX2" fmla="*/ 58575 w 333276"/>
                  <a:gd name="connsiteY2" fmla="*/ 139166 h 216890"/>
                  <a:gd name="connsiteX3" fmla="*/ 160302 w 333276"/>
                  <a:gd name="connsiteY3" fmla="*/ 101 h 216890"/>
                  <a:gd name="connsiteX4" fmla="*/ 118011 w 333276"/>
                  <a:gd name="connsiteY4" fmla="*/ 163550 h 216890"/>
                  <a:gd name="connsiteX5" fmla="*/ 209451 w 333276"/>
                  <a:gd name="connsiteY5" fmla="*/ 24866 h 216890"/>
                  <a:gd name="connsiteX6" fmla="*/ 177447 w 333276"/>
                  <a:gd name="connsiteY6" fmla="*/ 190982 h 216890"/>
                  <a:gd name="connsiteX7" fmla="*/ 263934 w 333276"/>
                  <a:gd name="connsiteY7" fmla="*/ 63728 h 216890"/>
                  <a:gd name="connsiteX8" fmla="*/ 258600 w 333276"/>
                  <a:gd name="connsiteY8" fmla="*/ 170027 h 216890"/>
                  <a:gd name="connsiteX9" fmla="*/ 333276 w 333276"/>
                  <a:gd name="connsiteY9" fmla="*/ 216890 h 216890"/>
                  <a:gd name="connsiteX0" fmla="*/ 66774 w 332331"/>
                  <a:gd name="connsiteY0" fmla="*/ 9245 h 216890"/>
                  <a:gd name="connsiteX1" fmla="*/ 481 w 332331"/>
                  <a:gd name="connsiteY1" fmla="*/ 110591 h 216890"/>
                  <a:gd name="connsiteX2" fmla="*/ 57630 w 332331"/>
                  <a:gd name="connsiteY2" fmla="*/ 139166 h 216890"/>
                  <a:gd name="connsiteX3" fmla="*/ 159357 w 332331"/>
                  <a:gd name="connsiteY3" fmla="*/ 101 h 216890"/>
                  <a:gd name="connsiteX4" fmla="*/ 117066 w 332331"/>
                  <a:gd name="connsiteY4" fmla="*/ 163550 h 216890"/>
                  <a:gd name="connsiteX5" fmla="*/ 208506 w 332331"/>
                  <a:gd name="connsiteY5" fmla="*/ 24866 h 216890"/>
                  <a:gd name="connsiteX6" fmla="*/ 176502 w 332331"/>
                  <a:gd name="connsiteY6" fmla="*/ 190982 h 216890"/>
                  <a:gd name="connsiteX7" fmla="*/ 262989 w 332331"/>
                  <a:gd name="connsiteY7" fmla="*/ 63728 h 216890"/>
                  <a:gd name="connsiteX8" fmla="*/ 257655 w 332331"/>
                  <a:gd name="connsiteY8" fmla="*/ 170027 h 216890"/>
                  <a:gd name="connsiteX9" fmla="*/ 332331 w 332331"/>
                  <a:gd name="connsiteY9" fmla="*/ 216890 h 216890"/>
                  <a:gd name="connsiteX0" fmla="*/ 19501 w 285058"/>
                  <a:gd name="connsiteY0" fmla="*/ 9245 h 216890"/>
                  <a:gd name="connsiteX1" fmla="*/ 6548 w 285058"/>
                  <a:gd name="connsiteY1" fmla="*/ 70586 h 216890"/>
                  <a:gd name="connsiteX2" fmla="*/ 10357 w 285058"/>
                  <a:gd name="connsiteY2" fmla="*/ 139166 h 216890"/>
                  <a:gd name="connsiteX3" fmla="*/ 112084 w 285058"/>
                  <a:gd name="connsiteY3" fmla="*/ 101 h 216890"/>
                  <a:gd name="connsiteX4" fmla="*/ 69793 w 285058"/>
                  <a:gd name="connsiteY4" fmla="*/ 163550 h 216890"/>
                  <a:gd name="connsiteX5" fmla="*/ 161233 w 285058"/>
                  <a:gd name="connsiteY5" fmla="*/ 24866 h 216890"/>
                  <a:gd name="connsiteX6" fmla="*/ 129229 w 285058"/>
                  <a:gd name="connsiteY6" fmla="*/ 190982 h 216890"/>
                  <a:gd name="connsiteX7" fmla="*/ 215716 w 285058"/>
                  <a:gd name="connsiteY7" fmla="*/ 63728 h 216890"/>
                  <a:gd name="connsiteX8" fmla="*/ 210382 w 285058"/>
                  <a:gd name="connsiteY8" fmla="*/ 170027 h 216890"/>
                  <a:gd name="connsiteX9" fmla="*/ 285058 w 285058"/>
                  <a:gd name="connsiteY9" fmla="*/ 216890 h 216890"/>
                  <a:gd name="connsiteX0" fmla="*/ 5 w 328427"/>
                  <a:gd name="connsiteY0" fmla="*/ 1625 h 216890"/>
                  <a:gd name="connsiteX1" fmla="*/ 49917 w 328427"/>
                  <a:gd name="connsiteY1" fmla="*/ 7058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5 w 328427"/>
                  <a:gd name="connsiteY0" fmla="*/ 1625 h 216890"/>
                  <a:gd name="connsiteX1" fmla="*/ 65157 w 328427"/>
                  <a:gd name="connsiteY1" fmla="*/ 5534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4 w 328426"/>
                  <a:gd name="connsiteY0" fmla="*/ 1625 h 216890"/>
                  <a:gd name="connsiteX1" fmla="*/ 82301 w 328426"/>
                  <a:gd name="connsiteY1" fmla="*/ 38201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4 w 328426"/>
                  <a:gd name="connsiteY0" fmla="*/ 1625 h 216890"/>
                  <a:gd name="connsiteX1" fmla="*/ 65156 w 328426"/>
                  <a:gd name="connsiteY1" fmla="*/ 36296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3 w 341760"/>
                  <a:gd name="connsiteY0" fmla="*/ 0 h 220980"/>
                  <a:gd name="connsiteX1" fmla="*/ 78490 w 341760"/>
                  <a:gd name="connsiteY1" fmla="*/ 40386 h 220980"/>
                  <a:gd name="connsiteX2" fmla="*/ 67059 w 341760"/>
                  <a:gd name="connsiteY2" fmla="*/ 143256 h 220980"/>
                  <a:gd name="connsiteX3" fmla="*/ 168786 w 341760"/>
                  <a:gd name="connsiteY3" fmla="*/ 4191 h 220980"/>
                  <a:gd name="connsiteX4" fmla="*/ 126495 w 341760"/>
                  <a:gd name="connsiteY4" fmla="*/ 167640 h 220980"/>
                  <a:gd name="connsiteX5" fmla="*/ 217935 w 341760"/>
                  <a:gd name="connsiteY5" fmla="*/ 28956 h 220980"/>
                  <a:gd name="connsiteX6" fmla="*/ 185931 w 341760"/>
                  <a:gd name="connsiteY6" fmla="*/ 195072 h 220980"/>
                  <a:gd name="connsiteX7" fmla="*/ 272418 w 341760"/>
                  <a:gd name="connsiteY7" fmla="*/ 67818 h 220980"/>
                  <a:gd name="connsiteX8" fmla="*/ 267084 w 341760"/>
                  <a:gd name="connsiteY8" fmla="*/ 174117 h 220980"/>
                  <a:gd name="connsiteX9" fmla="*/ 341760 w 341760"/>
                  <a:gd name="connsiteY9" fmla="*/ 220980 h 22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1760" h="220980">
                    <a:moveTo>
                      <a:pt x="3" y="0"/>
                    </a:moveTo>
                    <a:cubicBezTo>
                      <a:pt x="-568" y="698"/>
                      <a:pt x="71441" y="31433"/>
                      <a:pt x="78490" y="40386"/>
                    </a:cubicBezTo>
                    <a:cubicBezTo>
                      <a:pt x="85539" y="49340"/>
                      <a:pt x="42485" y="158179"/>
                      <a:pt x="67059" y="143256"/>
                    </a:cubicBezTo>
                    <a:cubicBezTo>
                      <a:pt x="82807" y="120142"/>
                      <a:pt x="158880" y="127"/>
                      <a:pt x="168786" y="4191"/>
                    </a:cubicBezTo>
                    <a:cubicBezTo>
                      <a:pt x="178692" y="8255"/>
                      <a:pt x="118304" y="163513"/>
                      <a:pt x="126495" y="167640"/>
                    </a:cubicBezTo>
                    <a:cubicBezTo>
                      <a:pt x="134686" y="171767"/>
                      <a:pt x="208029" y="24384"/>
                      <a:pt x="217935" y="28956"/>
                    </a:cubicBezTo>
                    <a:cubicBezTo>
                      <a:pt x="227841" y="33528"/>
                      <a:pt x="176851" y="188595"/>
                      <a:pt x="185931" y="195072"/>
                    </a:cubicBezTo>
                    <a:cubicBezTo>
                      <a:pt x="195012" y="201549"/>
                      <a:pt x="258893" y="71310"/>
                      <a:pt x="272418" y="67818"/>
                    </a:cubicBezTo>
                    <a:cubicBezTo>
                      <a:pt x="285943" y="64326"/>
                      <a:pt x="255527" y="148590"/>
                      <a:pt x="267084" y="174117"/>
                    </a:cubicBezTo>
                    <a:cubicBezTo>
                      <a:pt x="278641" y="199644"/>
                      <a:pt x="323282" y="210757"/>
                      <a:pt x="341760" y="220980"/>
                    </a:cubicBezTo>
                  </a:path>
                </a:pathLst>
              </a:cu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Pie 493">
                <a:extLst>
                  <a:ext uri="{FF2B5EF4-FFF2-40B4-BE49-F238E27FC236}">
                    <a16:creationId xmlns:a16="http://schemas.microsoft.com/office/drawing/2014/main" id="{9C784E59-A8CB-41A8-877A-D73D7262023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 flipH="1">
                <a:off x="25853723" y="1342527"/>
                <a:ext cx="1251081" cy="813324"/>
              </a:xfrm>
              <a:prstGeom prst="flowChartManualOperation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1" name="Group 460">
              <a:extLst>
                <a:ext uri="{FF2B5EF4-FFF2-40B4-BE49-F238E27FC236}">
                  <a16:creationId xmlns:a16="http://schemas.microsoft.com/office/drawing/2014/main" id="{F91C2483-F5B3-4379-9D95-817C529A01C2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 flipH="1">
              <a:off x="2160505" y="16516671"/>
              <a:ext cx="336616" cy="2268499"/>
              <a:chOff x="19674840" y="17815560"/>
              <a:chExt cx="350520" cy="2362200"/>
            </a:xfrm>
          </p:grpSpPr>
          <p:grpSp>
            <p:nvGrpSpPr>
              <p:cNvPr id="548" name="Group 547">
                <a:extLst>
                  <a:ext uri="{FF2B5EF4-FFF2-40B4-BE49-F238E27FC236}">
                    <a16:creationId xmlns:a16="http://schemas.microsoft.com/office/drawing/2014/main" id="{C6B5C584-BFC7-464E-8D94-A7FEB738CE28}"/>
                  </a:ext>
                </a:extLst>
              </p:cNvPr>
              <p:cNvGrpSpPr/>
              <p:nvPr/>
            </p:nvGrpSpPr>
            <p:grpSpPr>
              <a:xfrm>
                <a:off x="19674840" y="17815560"/>
                <a:ext cx="350520" cy="2362200"/>
                <a:chOff x="19674840" y="17815560"/>
                <a:chExt cx="350520" cy="2362200"/>
              </a:xfrm>
            </p:grpSpPr>
            <p:sp>
              <p:nvSpPr>
                <p:cNvPr id="550" name="Oval 549">
                  <a:extLst>
                    <a:ext uri="{FF2B5EF4-FFF2-40B4-BE49-F238E27FC236}">
                      <a16:creationId xmlns:a16="http://schemas.microsoft.com/office/drawing/2014/main" id="{8F0100B2-02AD-446E-BE0C-8AB84449B0A3}"/>
                    </a:ext>
                  </a:extLst>
                </p:cNvPr>
                <p:cNvSpPr/>
                <p:nvPr/>
              </p:nvSpPr>
              <p:spPr>
                <a:xfrm>
                  <a:off x="19674840" y="17815560"/>
                  <a:ext cx="350520" cy="2362200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1" name="Oval 550">
                  <a:extLst>
                    <a:ext uri="{FF2B5EF4-FFF2-40B4-BE49-F238E27FC236}">
                      <a16:creationId xmlns:a16="http://schemas.microsoft.com/office/drawing/2014/main" id="{99B9DC7D-4FA9-4431-9973-2ABADD9E8F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751163" y="18329910"/>
                  <a:ext cx="197875" cy="13335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7C67DE30-2995-4565-A799-B64CD17A4C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6982" y="18706080"/>
                <a:ext cx="86237" cy="581160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74EE9F15-C6AF-4D77-8C73-91ADD521328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1804657" y="18891728"/>
              <a:ext cx="946187" cy="604732"/>
              <a:chOff x="7039330" y="13503713"/>
              <a:chExt cx="1296295" cy="834079"/>
            </a:xfrm>
          </p:grpSpPr>
          <p:cxnSp>
            <p:nvCxnSpPr>
              <p:cNvPr id="537" name="Straight Connector 536">
                <a:extLst>
                  <a:ext uri="{FF2B5EF4-FFF2-40B4-BE49-F238E27FC236}">
                    <a16:creationId xmlns:a16="http://schemas.microsoft.com/office/drawing/2014/main" id="{E567AC67-641D-4610-81F1-2DCEF35FA149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8" name="Group 537">
                <a:extLst>
                  <a:ext uri="{FF2B5EF4-FFF2-40B4-BE49-F238E27FC236}">
                    <a16:creationId xmlns:a16="http://schemas.microsoft.com/office/drawing/2014/main" id="{C6AF320F-648D-46D1-BC97-4FC1BA25A8FD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539" name="Straight Connector 538">
                  <a:extLst>
                    <a:ext uri="{FF2B5EF4-FFF2-40B4-BE49-F238E27FC236}">
                      <a16:creationId xmlns:a16="http://schemas.microsoft.com/office/drawing/2014/main" id="{B659A77C-6CDC-4735-BA79-26F57940210E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Straight Connector 539">
                  <a:extLst>
                    <a:ext uri="{FF2B5EF4-FFF2-40B4-BE49-F238E27FC236}">
                      <a16:creationId xmlns:a16="http://schemas.microsoft.com/office/drawing/2014/main" id="{F229FEC5-0B15-4503-B6FD-2330F9BB1D13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39EB1B40-0428-4848-A0C5-FE004E105943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Straight Connector 541">
                  <a:extLst>
                    <a:ext uri="{FF2B5EF4-FFF2-40B4-BE49-F238E27FC236}">
                      <a16:creationId xmlns:a16="http://schemas.microsoft.com/office/drawing/2014/main" id="{AFBD275C-614F-446F-A2C7-3F8A87979D3A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Straight Connector 542">
                  <a:extLst>
                    <a:ext uri="{FF2B5EF4-FFF2-40B4-BE49-F238E27FC236}">
                      <a16:creationId xmlns:a16="http://schemas.microsoft.com/office/drawing/2014/main" id="{D31C2C84-FF4A-4544-BED5-DCD0605D1154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6BA9BB1A-2C5C-445C-AF1B-02433A4633CB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75D2B701-4378-4466-B110-64BC008D9200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DAD71B9F-3AD5-48C9-9240-4F15C0BE7E89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A501C6EF-1177-4D99-B5F8-A05466D09D00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C749A724-6DCF-47F7-A88E-5B2F132F8DC2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7892501" y="18161508"/>
              <a:ext cx="946187" cy="604732"/>
              <a:chOff x="7039330" y="13503713"/>
              <a:chExt cx="1296295" cy="834079"/>
            </a:xfrm>
          </p:grpSpPr>
          <p:cxnSp>
            <p:nvCxnSpPr>
              <p:cNvPr id="526" name="Straight Connector 525">
                <a:extLst>
                  <a:ext uri="{FF2B5EF4-FFF2-40B4-BE49-F238E27FC236}">
                    <a16:creationId xmlns:a16="http://schemas.microsoft.com/office/drawing/2014/main" id="{55D1B020-13B4-4ABD-B212-C988A5B2A642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1DE62AF2-2D4F-4420-8FEC-B9B762EFC072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225B3332-9A03-4DE4-A038-68FA620F85DC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67C84849-A80D-4794-8690-FB59603F5C03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A0985B6E-6D11-4360-8ED0-9DFF67EF445E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Straight Connector 530">
                  <a:extLst>
                    <a:ext uri="{FF2B5EF4-FFF2-40B4-BE49-F238E27FC236}">
                      <a16:creationId xmlns:a16="http://schemas.microsoft.com/office/drawing/2014/main" id="{C77C2F9C-2246-4821-A3FA-724E97AABED6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Straight Connector 531">
                  <a:extLst>
                    <a:ext uri="{FF2B5EF4-FFF2-40B4-BE49-F238E27FC236}">
                      <a16:creationId xmlns:a16="http://schemas.microsoft.com/office/drawing/2014/main" id="{9A7AC7E7-6295-47F6-ABD2-51495BB8E04D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3" name="Straight Connector 532">
                  <a:extLst>
                    <a:ext uri="{FF2B5EF4-FFF2-40B4-BE49-F238E27FC236}">
                      <a16:creationId xmlns:a16="http://schemas.microsoft.com/office/drawing/2014/main" id="{DA9B0411-6A46-476C-B1E2-0EAA0F9B3999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A2749DEF-819A-4F86-931C-4403CBA4AE0E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5" name="Straight Connector 534">
                  <a:extLst>
                    <a:ext uri="{FF2B5EF4-FFF2-40B4-BE49-F238E27FC236}">
                      <a16:creationId xmlns:a16="http://schemas.microsoft.com/office/drawing/2014/main" id="{29F82157-67C2-4F5C-81DB-0C2830CA076D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Straight Connector 535">
                  <a:extLst>
                    <a:ext uri="{FF2B5EF4-FFF2-40B4-BE49-F238E27FC236}">
                      <a16:creationId xmlns:a16="http://schemas.microsoft.com/office/drawing/2014/main" id="{BF201066-BA58-4E32-9911-64A0A0710304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B57AB66A-7E42-4D93-A7E3-C753F471032D}"/>
                </a:ext>
              </a:extLst>
            </p:cNvPr>
            <p:cNvGrpSpPr>
              <a:grpSpLocks noChangeAspect="1"/>
            </p:cNvGrpSpPr>
            <p:nvPr/>
          </p:nvGrpSpPr>
          <p:grpSpPr>
            <a:xfrm rot="444032">
              <a:off x="8074812" y="16225684"/>
              <a:ext cx="946187" cy="604732"/>
              <a:chOff x="7039330" y="13503713"/>
              <a:chExt cx="1296295" cy="834079"/>
            </a:xfrm>
          </p:grpSpPr>
          <p:cxnSp>
            <p:nvCxnSpPr>
              <p:cNvPr id="515" name="Straight Connector 514">
                <a:extLst>
                  <a:ext uri="{FF2B5EF4-FFF2-40B4-BE49-F238E27FC236}">
                    <a16:creationId xmlns:a16="http://schemas.microsoft.com/office/drawing/2014/main" id="{4A4EC7A4-D829-4F69-803D-D73F9581CB12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77382C6E-8D71-4159-B7BF-F1AA1462A548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517" name="Straight Connector 516">
                  <a:extLst>
                    <a:ext uri="{FF2B5EF4-FFF2-40B4-BE49-F238E27FC236}">
                      <a16:creationId xmlns:a16="http://schemas.microsoft.com/office/drawing/2014/main" id="{28DC8863-91FB-4EAD-A87D-30182DF29FC9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D642E542-C8CE-4F8A-AF4C-8DFDC44FF621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C9DEDEFD-7664-4F0A-86F5-93643D7831E1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0" name="Straight Connector 519">
                  <a:extLst>
                    <a:ext uri="{FF2B5EF4-FFF2-40B4-BE49-F238E27FC236}">
                      <a16:creationId xmlns:a16="http://schemas.microsoft.com/office/drawing/2014/main" id="{CF7234B8-C079-46FB-8C2D-FF26445C33AF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2FF01DB8-A26E-430A-96C9-D034E135FC2A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BE4EA48A-A57C-40A6-B01B-F4315311D55E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2DB6D343-C240-42E7-8D67-92CCFFABA03F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EA9834E5-4A33-4189-80CB-457AF85BCA88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46B88C2D-48C1-4193-B84B-CDE0C0A0CA98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C4CBD101-29A4-4055-B51B-E56EBDD32602}"/>
                </a:ext>
              </a:extLst>
            </p:cNvPr>
            <p:cNvGrpSpPr>
              <a:grpSpLocks noChangeAspect="1"/>
            </p:cNvGrpSpPr>
            <p:nvPr/>
          </p:nvGrpSpPr>
          <p:grpSpPr>
            <a:xfrm rot="11362699">
              <a:off x="10413781" y="15250837"/>
              <a:ext cx="1630731" cy="1042241"/>
              <a:chOff x="7039330" y="13503713"/>
              <a:chExt cx="1296295" cy="834079"/>
            </a:xfrm>
          </p:grpSpPr>
          <p:cxnSp>
            <p:nvCxnSpPr>
              <p:cNvPr id="504" name="Straight Connector 503">
                <a:extLst>
                  <a:ext uri="{FF2B5EF4-FFF2-40B4-BE49-F238E27FC236}">
                    <a16:creationId xmlns:a16="http://schemas.microsoft.com/office/drawing/2014/main" id="{861CE3CF-2E45-4B0F-9BCB-72546AFAEFE9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53FBEC3D-A896-4DEC-BDE4-786051C8CE9D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95406D5B-F9F1-429D-AB44-708B02AC6850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1F2F497E-C765-46A2-A7BF-F7F3C1BEBCA2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EE040D23-C210-48AB-8483-A7367B0B5FF4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1938FDE1-9AE9-4B6A-9BD6-0E85208B57C2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BC24EC94-D75D-499A-B29F-4EF33D75EEE6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48821069-11B7-4228-8CC1-6EAF955F8AB6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07E97E4E-F21C-4D83-BE43-78C81D01FE6F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A1D31BBB-C6CF-4CC4-8747-79AC5400CA8B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8DBB40FB-7F56-4038-A4A5-15FC47CE4E24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891DDFD0-C39C-442B-AAA0-1A46477B01DE}"/>
                </a:ext>
              </a:extLst>
            </p:cNvPr>
            <p:cNvGrpSpPr>
              <a:grpSpLocks noChangeAspect="1"/>
            </p:cNvGrpSpPr>
            <p:nvPr/>
          </p:nvGrpSpPr>
          <p:grpSpPr>
            <a:xfrm rot="5745721">
              <a:off x="15088408" y="15415419"/>
              <a:ext cx="1630731" cy="1042241"/>
              <a:chOff x="7039330" y="13503713"/>
              <a:chExt cx="1296295" cy="834079"/>
            </a:xfrm>
          </p:grpSpPr>
          <p:cxnSp>
            <p:nvCxnSpPr>
              <p:cNvPr id="493" name="Straight Connector 492">
                <a:extLst>
                  <a:ext uri="{FF2B5EF4-FFF2-40B4-BE49-F238E27FC236}">
                    <a16:creationId xmlns:a16="http://schemas.microsoft.com/office/drawing/2014/main" id="{4BB6D296-85AD-4AA7-BA1D-B86D74988555}"/>
                  </a:ext>
                </a:extLst>
              </p:cNvPr>
              <p:cNvCxnSpPr/>
              <p:nvPr/>
            </p:nvCxnSpPr>
            <p:spPr>
              <a:xfrm>
                <a:off x="7039330" y="13553766"/>
                <a:ext cx="1130260" cy="784026"/>
              </a:xfrm>
              <a:prstGeom prst="line">
                <a:avLst/>
              </a:prstGeom>
              <a:ln w="57150" cmpd="thinThick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4" name="Group 493">
                <a:extLst>
                  <a:ext uri="{FF2B5EF4-FFF2-40B4-BE49-F238E27FC236}">
                    <a16:creationId xmlns:a16="http://schemas.microsoft.com/office/drawing/2014/main" id="{CC9DEDEB-A803-4476-AD56-3B9ABC2B743F}"/>
                  </a:ext>
                </a:extLst>
              </p:cNvPr>
              <p:cNvGrpSpPr/>
              <p:nvPr/>
            </p:nvGrpSpPr>
            <p:grpSpPr>
              <a:xfrm rot="21183092">
                <a:off x="7095113" y="13503713"/>
                <a:ext cx="1240512" cy="743914"/>
                <a:chOff x="7069902" y="13560860"/>
                <a:chExt cx="2013138" cy="929533"/>
              </a:xfrm>
            </p:grpSpPr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3C29E16F-73DF-414B-9ACF-AAF02BF5AEFE}"/>
                    </a:ext>
                  </a:extLst>
                </p:cNvPr>
                <p:cNvCxnSpPr/>
                <p:nvPr/>
              </p:nvCxnSpPr>
              <p:spPr>
                <a:xfrm>
                  <a:off x="7069902" y="1356086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9A1B1680-8019-4BCA-8676-33317C1EA3D3}"/>
                    </a:ext>
                  </a:extLst>
                </p:cNvPr>
                <p:cNvCxnSpPr/>
                <p:nvPr/>
              </p:nvCxnSpPr>
              <p:spPr>
                <a:xfrm>
                  <a:off x="7398569" y="1379440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6D93A628-9E20-470C-909D-06A1C062E787}"/>
                    </a:ext>
                  </a:extLst>
                </p:cNvPr>
                <p:cNvCxnSpPr/>
                <p:nvPr/>
              </p:nvCxnSpPr>
              <p:spPr>
                <a:xfrm>
                  <a:off x="7731840" y="1402668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6C221AE9-4BC3-4B6C-8C20-519B3819BF5B}"/>
                    </a:ext>
                  </a:extLst>
                </p:cNvPr>
                <p:cNvCxnSpPr/>
                <p:nvPr/>
              </p:nvCxnSpPr>
              <p:spPr>
                <a:xfrm>
                  <a:off x="7915581" y="14148990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D7713AA8-5830-4AA6-BA67-007624959725}"/>
                    </a:ext>
                  </a:extLst>
                </p:cNvPr>
                <p:cNvCxnSpPr/>
                <p:nvPr/>
              </p:nvCxnSpPr>
              <p:spPr>
                <a:xfrm>
                  <a:off x="7575567" y="1390459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969CD5B4-F56C-4245-B35D-34A50065A3C0}"/>
                    </a:ext>
                  </a:extLst>
                </p:cNvPr>
                <p:cNvCxnSpPr/>
                <p:nvPr/>
              </p:nvCxnSpPr>
              <p:spPr>
                <a:xfrm>
                  <a:off x="7246900" y="13686419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198973BE-3FFD-46F7-B825-FF5A67868B1A}"/>
                    </a:ext>
                  </a:extLst>
                </p:cNvPr>
                <p:cNvCxnSpPr/>
                <p:nvPr/>
              </p:nvCxnSpPr>
              <p:spPr>
                <a:xfrm>
                  <a:off x="8083217" y="14260206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E28E72D7-6C3E-473F-B039-25A7C2FC8CD9}"/>
                    </a:ext>
                  </a:extLst>
                </p:cNvPr>
                <p:cNvCxnSpPr/>
                <p:nvPr/>
              </p:nvCxnSpPr>
              <p:spPr>
                <a:xfrm>
                  <a:off x="8232896" y="14370640"/>
                  <a:ext cx="657328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90ABE801-5903-4B74-9CBD-B4481BA9C971}"/>
                    </a:ext>
                  </a:extLst>
                </p:cNvPr>
                <p:cNvCxnSpPr/>
                <p:nvPr/>
              </p:nvCxnSpPr>
              <p:spPr>
                <a:xfrm>
                  <a:off x="8425711" y="14490393"/>
                  <a:ext cx="657329" cy="0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E66FBC9D-DDD7-42B0-83BD-F3AD914B3384}"/>
                </a:ext>
              </a:extLst>
            </p:cNvPr>
            <p:cNvGrpSpPr/>
            <p:nvPr/>
          </p:nvGrpSpPr>
          <p:grpSpPr>
            <a:xfrm>
              <a:off x="15412998" y="11173672"/>
              <a:ext cx="2173135" cy="1589983"/>
              <a:chOff x="36426745" y="240919"/>
              <a:chExt cx="2173135" cy="1589983"/>
            </a:xfrm>
          </p:grpSpPr>
          <p:sp>
            <p:nvSpPr>
              <p:cNvPr id="489" name="Oval 488">
                <a:extLst>
                  <a:ext uri="{FF2B5EF4-FFF2-40B4-BE49-F238E27FC236}">
                    <a16:creationId xmlns:a16="http://schemas.microsoft.com/office/drawing/2014/main" id="{1B1DD3ED-16B6-465D-A80D-6945A1AA3FEC}"/>
                  </a:ext>
                </a:extLst>
              </p:cNvPr>
              <p:cNvSpPr/>
              <p:nvPr/>
            </p:nvSpPr>
            <p:spPr>
              <a:xfrm>
                <a:off x="36426745" y="497629"/>
                <a:ext cx="1042110" cy="10227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sp>
            <p:nvSpPr>
              <p:cNvPr id="490" name="Rounded Rectangle 175">
                <a:extLst>
                  <a:ext uri="{FF2B5EF4-FFF2-40B4-BE49-F238E27FC236}">
                    <a16:creationId xmlns:a16="http://schemas.microsoft.com/office/drawing/2014/main" id="{81391D72-4758-43E5-BE63-18A590437B53}"/>
                  </a:ext>
                </a:extLst>
              </p:cNvPr>
              <p:cNvSpPr/>
              <p:nvPr/>
            </p:nvSpPr>
            <p:spPr>
              <a:xfrm>
                <a:off x="36443937" y="1590513"/>
                <a:ext cx="1042110" cy="10227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1" name="TextBox 490">
                    <a:extLst>
                      <a:ext uri="{FF2B5EF4-FFF2-40B4-BE49-F238E27FC236}">
                        <a16:creationId xmlns:a16="http://schemas.microsoft.com/office/drawing/2014/main" id="{ED4EB3CB-4449-4677-A2DF-40ED18249FC6}"/>
                      </a:ext>
                    </a:extLst>
                  </p:cNvPr>
                  <p:cNvSpPr txBox="1"/>
                  <p:nvPr/>
                </p:nvSpPr>
                <p:spPr>
                  <a:xfrm>
                    <a:off x="37363077" y="240919"/>
                    <a:ext cx="123680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91" name="TextBox 490">
                    <a:extLst>
                      <a:ext uri="{FF2B5EF4-FFF2-40B4-BE49-F238E27FC236}">
                        <a16:creationId xmlns:a16="http://schemas.microsoft.com/office/drawing/2014/main" id="{ED4EB3CB-4449-4677-A2DF-40ED18249F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63077" y="240919"/>
                    <a:ext cx="1236803" cy="52322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2" name="TextBox 491">
                    <a:extLst>
                      <a:ext uri="{FF2B5EF4-FFF2-40B4-BE49-F238E27FC236}">
                        <a16:creationId xmlns:a16="http://schemas.microsoft.com/office/drawing/2014/main" id="{3D425781-AF28-4EB5-90E3-8E76B90F8AC5}"/>
                      </a:ext>
                    </a:extLst>
                  </p:cNvPr>
                  <p:cNvSpPr txBox="1"/>
                  <p:nvPr/>
                </p:nvSpPr>
                <p:spPr>
                  <a:xfrm>
                    <a:off x="37571422" y="1307682"/>
                    <a:ext cx="9358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57DD1F3B-8FD5-58DC-B552-AADFFB2ACB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571422" y="1307682"/>
                    <a:ext cx="935840" cy="52322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B611A072-BB49-46D4-B92A-559916DA3F1F}"/>
                </a:ext>
              </a:extLst>
            </p:cNvPr>
            <p:cNvGrpSpPr/>
            <p:nvPr/>
          </p:nvGrpSpPr>
          <p:grpSpPr>
            <a:xfrm rot="5400000">
              <a:off x="14772904" y="5710695"/>
              <a:ext cx="1953291" cy="1251081"/>
              <a:chOff x="24932635" y="1123648"/>
              <a:chExt cx="1953291" cy="1251081"/>
            </a:xfrm>
          </p:grpSpPr>
          <p:sp>
            <p:nvSpPr>
              <p:cNvPr id="487" name="Freeform 494">
                <a:extLst>
                  <a:ext uri="{FF2B5EF4-FFF2-40B4-BE49-F238E27FC236}">
                    <a16:creationId xmlns:a16="http://schemas.microsoft.com/office/drawing/2014/main" id="{00FECB22-59A2-4D6E-AEED-0A6D4AA432BA}"/>
                  </a:ext>
                </a:extLst>
              </p:cNvPr>
              <p:cNvSpPr/>
              <p:nvPr/>
            </p:nvSpPr>
            <p:spPr>
              <a:xfrm rot="1563107" flipH="1">
                <a:off x="24932635" y="1477680"/>
                <a:ext cx="1037219" cy="670661"/>
              </a:xfrm>
              <a:custGeom>
                <a:avLst/>
                <a:gdLst>
                  <a:gd name="connsiteX0" fmla="*/ 0 w 262484"/>
                  <a:gd name="connsiteY0" fmla="*/ 146546 h 209479"/>
                  <a:gd name="connsiteX1" fmla="*/ 79248 w 262484"/>
                  <a:gd name="connsiteY1" fmla="*/ 242 h 209479"/>
                  <a:gd name="connsiteX2" fmla="*/ 42672 w 262484"/>
                  <a:gd name="connsiteY2" fmla="*/ 177026 h 209479"/>
                  <a:gd name="connsiteX3" fmla="*/ 134112 w 262484"/>
                  <a:gd name="connsiteY3" fmla="*/ 30722 h 209479"/>
                  <a:gd name="connsiteX4" fmla="*/ 109728 w 262484"/>
                  <a:gd name="connsiteY4" fmla="*/ 189218 h 209479"/>
                  <a:gd name="connsiteX5" fmla="*/ 182880 w 262484"/>
                  <a:gd name="connsiteY5" fmla="*/ 73394 h 209479"/>
                  <a:gd name="connsiteX6" fmla="*/ 188976 w 262484"/>
                  <a:gd name="connsiteY6" fmla="*/ 158738 h 209479"/>
                  <a:gd name="connsiteX7" fmla="*/ 256032 w 262484"/>
                  <a:gd name="connsiteY7" fmla="*/ 207506 h 209479"/>
                  <a:gd name="connsiteX8" fmla="*/ 256032 w 262484"/>
                  <a:gd name="connsiteY8" fmla="*/ 195314 h 209479"/>
                  <a:gd name="connsiteX0" fmla="*/ 0 w 300512"/>
                  <a:gd name="connsiteY0" fmla="*/ 146546 h 223411"/>
                  <a:gd name="connsiteX1" fmla="*/ 79248 w 300512"/>
                  <a:gd name="connsiteY1" fmla="*/ 242 h 223411"/>
                  <a:gd name="connsiteX2" fmla="*/ 42672 w 300512"/>
                  <a:gd name="connsiteY2" fmla="*/ 177026 h 223411"/>
                  <a:gd name="connsiteX3" fmla="*/ 134112 w 300512"/>
                  <a:gd name="connsiteY3" fmla="*/ 30722 h 223411"/>
                  <a:gd name="connsiteX4" fmla="*/ 109728 w 300512"/>
                  <a:gd name="connsiteY4" fmla="*/ 189218 h 223411"/>
                  <a:gd name="connsiteX5" fmla="*/ 182880 w 300512"/>
                  <a:gd name="connsiteY5" fmla="*/ 73394 h 223411"/>
                  <a:gd name="connsiteX6" fmla="*/ 188976 w 300512"/>
                  <a:gd name="connsiteY6" fmla="*/ 158738 h 223411"/>
                  <a:gd name="connsiteX7" fmla="*/ 256032 w 300512"/>
                  <a:gd name="connsiteY7" fmla="*/ 207506 h 223411"/>
                  <a:gd name="connsiteX8" fmla="*/ 299847 w 300512"/>
                  <a:gd name="connsiteY8" fmla="*/ 220079 h 223411"/>
                  <a:gd name="connsiteX0" fmla="*/ 0 w 256032"/>
                  <a:gd name="connsiteY0" fmla="*/ 146546 h 207506"/>
                  <a:gd name="connsiteX1" fmla="*/ 79248 w 256032"/>
                  <a:gd name="connsiteY1" fmla="*/ 242 h 207506"/>
                  <a:gd name="connsiteX2" fmla="*/ 42672 w 256032"/>
                  <a:gd name="connsiteY2" fmla="*/ 177026 h 207506"/>
                  <a:gd name="connsiteX3" fmla="*/ 134112 w 256032"/>
                  <a:gd name="connsiteY3" fmla="*/ 30722 h 207506"/>
                  <a:gd name="connsiteX4" fmla="*/ 109728 w 256032"/>
                  <a:gd name="connsiteY4" fmla="*/ 189218 h 207506"/>
                  <a:gd name="connsiteX5" fmla="*/ 182880 w 256032"/>
                  <a:gd name="connsiteY5" fmla="*/ 73394 h 207506"/>
                  <a:gd name="connsiteX6" fmla="*/ 188976 w 256032"/>
                  <a:gd name="connsiteY6" fmla="*/ 158738 h 207506"/>
                  <a:gd name="connsiteX7" fmla="*/ 256032 w 256032"/>
                  <a:gd name="connsiteY7" fmla="*/ 207506 h 207506"/>
                  <a:gd name="connsiteX0" fmla="*/ 0 w 275082"/>
                  <a:gd name="connsiteY0" fmla="*/ 140948 h 207623"/>
                  <a:gd name="connsiteX1" fmla="*/ 98298 w 275082"/>
                  <a:gd name="connsiteY1" fmla="*/ 359 h 207623"/>
                  <a:gd name="connsiteX2" fmla="*/ 61722 w 275082"/>
                  <a:gd name="connsiteY2" fmla="*/ 177143 h 207623"/>
                  <a:gd name="connsiteX3" fmla="*/ 153162 w 275082"/>
                  <a:gd name="connsiteY3" fmla="*/ 30839 h 207623"/>
                  <a:gd name="connsiteX4" fmla="*/ 128778 w 275082"/>
                  <a:gd name="connsiteY4" fmla="*/ 189335 h 207623"/>
                  <a:gd name="connsiteX5" fmla="*/ 201930 w 275082"/>
                  <a:gd name="connsiteY5" fmla="*/ 73511 h 207623"/>
                  <a:gd name="connsiteX6" fmla="*/ 208026 w 275082"/>
                  <a:gd name="connsiteY6" fmla="*/ 158855 h 207623"/>
                  <a:gd name="connsiteX7" fmla="*/ 275082 w 275082"/>
                  <a:gd name="connsiteY7" fmla="*/ 207623 h 207623"/>
                  <a:gd name="connsiteX0" fmla="*/ 0 w 275082"/>
                  <a:gd name="connsiteY0" fmla="*/ 139053 h 205728"/>
                  <a:gd name="connsiteX1" fmla="*/ 94488 w 275082"/>
                  <a:gd name="connsiteY1" fmla="*/ 369 h 205728"/>
                  <a:gd name="connsiteX2" fmla="*/ 61722 w 275082"/>
                  <a:gd name="connsiteY2" fmla="*/ 175248 h 205728"/>
                  <a:gd name="connsiteX3" fmla="*/ 153162 w 275082"/>
                  <a:gd name="connsiteY3" fmla="*/ 28944 h 205728"/>
                  <a:gd name="connsiteX4" fmla="*/ 128778 w 275082"/>
                  <a:gd name="connsiteY4" fmla="*/ 187440 h 205728"/>
                  <a:gd name="connsiteX5" fmla="*/ 201930 w 275082"/>
                  <a:gd name="connsiteY5" fmla="*/ 71616 h 205728"/>
                  <a:gd name="connsiteX6" fmla="*/ 208026 w 275082"/>
                  <a:gd name="connsiteY6" fmla="*/ 156960 h 205728"/>
                  <a:gd name="connsiteX7" fmla="*/ 275082 w 275082"/>
                  <a:gd name="connsiteY7" fmla="*/ 205728 h 205728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53162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07823 w 275082"/>
                  <a:gd name="connsiteY4" fmla="*/ 19296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4310 w 275082"/>
                  <a:gd name="connsiteY5" fmla="*/ 5999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192786 w 275082"/>
                  <a:gd name="connsiteY6" fmla="*/ 170107 h 205540"/>
                  <a:gd name="connsiteX7" fmla="*/ 275082 w 275082"/>
                  <a:gd name="connsiteY7" fmla="*/ 205540 h 205540"/>
                  <a:gd name="connsiteX0" fmla="*/ 0 w 267462"/>
                  <a:gd name="connsiteY0" fmla="*/ 138865 h 216970"/>
                  <a:gd name="connsiteX1" fmla="*/ 94488 w 267462"/>
                  <a:gd name="connsiteY1" fmla="*/ 181 h 216970"/>
                  <a:gd name="connsiteX2" fmla="*/ 52197 w 267462"/>
                  <a:gd name="connsiteY2" fmla="*/ 163630 h 216970"/>
                  <a:gd name="connsiteX3" fmla="*/ 143637 w 267462"/>
                  <a:gd name="connsiteY3" fmla="*/ 24946 h 216970"/>
                  <a:gd name="connsiteX4" fmla="*/ 111633 w 267462"/>
                  <a:gd name="connsiteY4" fmla="*/ 191062 h 216970"/>
                  <a:gd name="connsiteX5" fmla="*/ 198120 w 267462"/>
                  <a:gd name="connsiteY5" fmla="*/ 63808 h 216970"/>
                  <a:gd name="connsiteX6" fmla="*/ 192786 w 267462"/>
                  <a:gd name="connsiteY6" fmla="*/ 170107 h 216970"/>
                  <a:gd name="connsiteX7" fmla="*/ 267462 w 267462"/>
                  <a:gd name="connsiteY7" fmla="*/ 216970 h 216970"/>
                  <a:gd name="connsiteX0" fmla="*/ 6703 w 274165"/>
                  <a:gd name="connsiteY0" fmla="*/ 138755 h 216860"/>
                  <a:gd name="connsiteX1" fmla="*/ 7084 w 274165"/>
                  <a:gd name="connsiteY1" fmla="*/ 142946 h 216860"/>
                  <a:gd name="connsiteX2" fmla="*/ 101191 w 274165"/>
                  <a:gd name="connsiteY2" fmla="*/ 71 h 216860"/>
                  <a:gd name="connsiteX3" fmla="*/ 58900 w 274165"/>
                  <a:gd name="connsiteY3" fmla="*/ 163520 h 216860"/>
                  <a:gd name="connsiteX4" fmla="*/ 150340 w 274165"/>
                  <a:gd name="connsiteY4" fmla="*/ 24836 h 216860"/>
                  <a:gd name="connsiteX5" fmla="*/ 118336 w 274165"/>
                  <a:gd name="connsiteY5" fmla="*/ 190952 h 216860"/>
                  <a:gd name="connsiteX6" fmla="*/ 204823 w 274165"/>
                  <a:gd name="connsiteY6" fmla="*/ 63698 h 216860"/>
                  <a:gd name="connsiteX7" fmla="*/ 199489 w 274165"/>
                  <a:gd name="connsiteY7" fmla="*/ 169997 h 216860"/>
                  <a:gd name="connsiteX8" fmla="*/ 274165 w 274165"/>
                  <a:gd name="connsiteY8" fmla="*/ 216860 h 216860"/>
                  <a:gd name="connsiteX0" fmla="*/ 6703 w 274165"/>
                  <a:gd name="connsiteY0" fmla="*/ 138865 h 216970"/>
                  <a:gd name="connsiteX1" fmla="*/ 7084 w 274165"/>
                  <a:gd name="connsiteY1" fmla="*/ 131626 h 216970"/>
                  <a:gd name="connsiteX2" fmla="*/ 101191 w 274165"/>
                  <a:gd name="connsiteY2" fmla="*/ 181 h 216970"/>
                  <a:gd name="connsiteX3" fmla="*/ 58900 w 274165"/>
                  <a:gd name="connsiteY3" fmla="*/ 163630 h 216970"/>
                  <a:gd name="connsiteX4" fmla="*/ 150340 w 274165"/>
                  <a:gd name="connsiteY4" fmla="*/ 24946 h 216970"/>
                  <a:gd name="connsiteX5" fmla="*/ 118336 w 274165"/>
                  <a:gd name="connsiteY5" fmla="*/ 191062 h 216970"/>
                  <a:gd name="connsiteX6" fmla="*/ 204823 w 274165"/>
                  <a:gd name="connsiteY6" fmla="*/ 63808 h 216970"/>
                  <a:gd name="connsiteX7" fmla="*/ 199489 w 274165"/>
                  <a:gd name="connsiteY7" fmla="*/ 170107 h 216970"/>
                  <a:gd name="connsiteX8" fmla="*/ 274165 w 274165"/>
                  <a:gd name="connsiteY8" fmla="*/ 216970 h 216970"/>
                  <a:gd name="connsiteX0" fmla="*/ 24483 w 291945"/>
                  <a:gd name="connsiteY0" fmla="*/ 138865 h 216970"/>
                  <a:gd name="connsiteX1" fmla="*/ 24864 w 291945"/>
                  <a:gd name="connsiteY1" fmla="*/ 131626 h 216970"/>
                  <a:gd name="connsiteX2" fmla="*/ 118971 w 291945"/>
                  <a:gd name="connsiteY2" fmla="*/ 181 h 216970"/>
                  <a:gd name="connsiteX3" fmla="*/ 76680 w 291945"/>
                  <a:gd name="connsiteY3" fmla="*/ 163630 h 216970"/>
                  <a:gd name="connsiteX4" fmla="*/ 168120 w 291945"/>
                  <a:gd name="connsiteY4" fmla="*/ 24946 h 216970"/>
                  <a:gd name="connsiteX5" fmla="*/ 136116 w 291945"/>
                  <a:gd name="connsiteY5" fmla="*/ 191062 h 216970"/>
                  <a:gd name="connsiteX6" fmla="*/ 222603 w 291945"/>
                  <a:gd name="connsiteY6" fmla="*/ 63808 h 216970"/>
                  <a:gd name="connsiteX7" fmla="*/ 217269 w 291945"/>
                  <a:gd name="connsiteY7" fmla="*/ 170107 h 216970"/>
                  <a:gd name="connsiteX8" fmla="*/ 291945 w 291945"/>
                  <a:gd name="connsiteY8" fmla="*/ 216970 h 216970"/>
                  <a:gd name="connsiteX0" fmla="*/ 11607 w 279069"/>
                  <a:gd name="connsiteY0" fmla="*/ 138890 h 216995"/>
                  <a:gd name="connsiteX1" fmla="*/ 31038 w 279069"/>
                  <a:gd name="connsiteY1" fmla="*/ 129746 h 216995"/>
                  <a:gd name="connsiteX2" fmla="*/ 106095 w 279069"/>
                  <a:gd name="connsiteY2" fmla="*/ 206 h 216995"/>
                  <a:gd name="connsiteX3" fmla="*/ 63804 w 279069"/>
                  <a:gd name="connsiteY3" fmla="*/ 163655 h 216995"/>
                  <a:gd name="connsiteX4" fmla="*/ 155244 w 279069"/>
                  <a:gd name="connsiteY4" fmla="*/ 24971 h 216995"/>
                  <a:gd name="connsiteX5" fmla="*/ 123240 w 279069"/>
                  <a:gd name="connsiteY5" fmla="*/ 191087 h 216995"/>
                  <a:gd name="connsiteX6" fmla="*/ 209727 w 279069"/>
                  <a:gd name="connsiteY6" fmla="*/ 63833 h 216995"/>
                  <a:gd name="connsiteX7" fmla="*/ 204393 w 279069"/>
                  <a:gd name="connsiteY7" fmla="*/ 170132 h 216995"/>
                  <a:gd name="connsiteX8" fmla="*/ 279069 w 279069"/>
                  <a:gd name="connsiteY8" fmla="*/ 216995 h 216995"/>
                  <a:gd name="connsiteX0" fmla="*/ 15180 w 276927"/>
                  <a:gd name="connsiteY0" fmla="*/ 51260 h 216995"/>
                  <a:gd name="connsiteX1" fmla="*/ 28896 w 276927"/>
                  <a:gd name="connsiteY1" fmla="*/ 129746 h 216995"/>
                  <a:gd name="connsiteX2" fmla="*/ 103953 w 276927"/>
                  <a:gd name="connsiteY2" fmla="*/ 206 h 216995"/>
                  <a:gd name="connsiteX3" fmla="*/ 61662 w 276927"/>
                  <a:gd name="connsiteY3" fmla="*/ 163655 h 216995"/>
                  <a:gd name="connsiteX4" fmla="*/ 153102 w 276927"/>
                  <a:gd name="connsiteY4" fmla="*/ 24971 h 216995"/>
                  <a:gd name="connsiteX5" fmla="*/ 121098 w 276927"/>
                  <a:gd name="connsiteY5" fmla="*/ 191087 h 216995"/>
                  <a:gd name="connsiteX6" fmla="*/ 207585 w 276927"/>
                  <a:gd name="connsiteY6" fmla="*/ 63833 h 216995"/>
                  <a:gd name="connsiteX7" fmla="*/ 202251 w 276927"/>
                  <a:gd name="connsiteY7" fmla="*/ 170132 h 216995"/>
                  <a:gd name="connsiteX8" fmla="*/ 276927 w 276927"/>
                  <a:gd name="connsiteY8" fmla="*/ 216995 h 216995"/>
                  <a:gd name="connsiteX0" fmla="*/ 34758 w 296505"/>
                  <a:gd name="connsiteY0" fmla="*/ 51155 h 216890"/>
                  <a:gd name="connsiteX1" fmla="*/ 21804 w 296505"/>
                  <a:gd name="connsiteY1" fmla="*/ 139166 h 216890"/>
                  <a:gd name="connsiteX2" fmla="*/ 123531 w 296505"/>
                  <a:gd name="connsiteY2" fmla="*/ 101 h 216890"/>
                  <a:gd name="connsiteX3" fmla="*/ 81240 w 296505"/>
                  <a:gd name="connsiteY3" fmla="*/ 163550 h 216890"/>
                  <a:gd name="connsiteX4" fmla="*/ 172680 w 296505"/>
                  <a:gd name="connsiteY4" fmla="*/ 24866 h 216890"/>
                  <a:gd name="connsiteX5" fmla="*/ 140676 w 296505"/>
                  <a:gd name="connsiteY5" fmla="*/ 190982 h 216890"/>
                  <a:gd name="connsiteX6" fmla="*/ 227163 w 296505"/>
                  <a:gd name="connsiteY6" fmla="*/ 63728 h 216890"/>
                  <a:gd name="connsiteX7" fmla="*/ 221829 w 296505"/>
                  <a:gd name="connsiteY7" fmla="*/ 170027 h 216890"/>
                  <a:gd name="connsiteX8" fmla="*/ 296505 w 296505"/>
                  <a:gd name="connsiteY8" fmla="*/ 216890 h 216890"/>
                  <a:gd name="connsiteX0" fmla="*/ 1399 w 318391"/>
                  <a:gd name="connsiteY0" fmla="*/ 85445 h 216890"/>
                  <a:gd name="connsiteX1" fmla="*/ 43690 w 318391"/>
                  <a:gd name="connsiteY1" fmla="*/ 139166 h 216890"/>
                  <a:gd name="connsiteX2" fmla="*/ 145417 w 318391"/>
                  <a:gd name="connsiteY2" fmla="*/ 101 h 216890"/>
                  <a:gd name="connsiteX3" fmla="*/ 103126 w 318391"/>
                  <a:gd name="connsiteY3" fmla="*/ 163550 h 216890"/>
                  <a:gd name="connsiteX4" fmla="*/ 194566 w 318391"/>
                  <a:gd name="connsiteY4" fmla="*/ 24866 h 216890"/>
                  <a:gd name="connsiteX5" fmla="*/ 162562 w 318391"/>
                  <a:gd name="connsiteY5" fmla="*/ 190982 h 216890"/>
                  <a:gd name="connsiteX6" fmla="*/ 249049 w 318391"/>
                  <a:gd name="connsiteY6" fmla="*/ 63728 h 216890"/>
                  <a:gd name="connsiteX7" fmla="*/ 243715 w 318391"/>
                  <a:gd name="connsiteY7" fmla="*/ 170027 h 216890"/>
                  <a:gd name="connsiteX8" fmla="*/ 318391 w 318391"/>
                  <a:gd name="connsiteY8" fmla="*/ 216890 h 216890"/>
                  <a:gd name="connsiteX0" fmla="*/ 5949 w 322941"/>
                  <a:gd name="connsiteY0" fmla="*/ 85445 h 216890"/>
                  <a:gd name="connsiteX1" fmla="*/ 2521 w 322941"/>
                  <a:gd name="connsiteY1" fmla="*/ 89636 h 216890"/>
                  <a:gd name="connsiteX2" fmla="*/ 48240 w 322941"/>
                  <a:gd name="connsiteY2" fmla="*/ 139166 h 216890"/>
                  <a:gd name="connsiteX3" fmla="*/ 149967 w 322941"/>
                  <a:gd name="connsiteY3" fmla="*/ 101 h 216890"/>
                  <a:gd name="connsiteX4" fmla="*/ 107676 w 322941"/>
                  <a:gd name="connsiteY4" fmla="*/ 163550 h 216890"/>
                  <a:gd name="connsiteX5" fmla="*/ 199116 w 322941"/>
                  <a:gd name="connsiteY5" fmla="*/ 24866 h 216890"/>
                  <a:gd name="connsiteX6" fmla="*/ 167112 w 322941"/>
                  <a:gd name="connsiteY6" fmla="*/ 190982 h 216890"/>
                  <a:gd name="connsiteX7" fmla="*/ 253599 w 322941"/>
                  <a:gd name="connsiteY7" fmla="*/ 63728 h 216890"/>
                  <a:gd name="connsiteX8" fmla="*/ 248265 w 322941"/>
                  <a:gd name="connsiteY8" fmla="*/ 170027 h 216890"/>
                  <a:gd name="connsiteX9" fmla="*/ 322941 w 322941"/>
                  <a:gd name="connsiteY9" fmla="*/ 216890 h 216890"/>
                  <a:gd name="connsiteX0" fmla="*/ 8 w 317000"/>
                  <a:gd name="connsiteY0" fmla="*/ 85445 h 216890"/>
                  <a:gd name="connsiteX1" fmla="*/ 40395 w 317000"/>
                  <a:gd name="connsiteY1" fmla="*/ 53441 h 216890"/>
                  <a:gd name="connsiteX2" fmla="*/ 42299 w 317000"/>
                  <a:gd name="connsiteY2" fmla="*/ 139166 h 216890"/>
                  <a:gd name="connsiteX3" fmla="*/ 144026 w 317000"/>
                  <a:gd name="connsiteY3" fmla="*/ 101 h 216890"/>
                  <a:gd name="connsiteX4" fmla="*/ 101735 w 317000"/>
                  <a:gd name="connsiteY4" fmla="*/ 163550 h 216890"/>
                  <a:gd name="connsiteX5" fmla="*/ 193175 w 317000"/>
                  <a:gd name="connsiteY5" fmla="*/ 24866 h 216890"/>
                  <a:gd name="connsiteX6" fmla="*/ 161171 w 317000"/>
                  <a:gd name="connsiteY6" fmla="*/ 190982 h 216890"/>
                  <a:gd name="connsiteX7" fmla="*/ 247658 w 317000"/>
                  <a:gd name="connsiteY7" fmla="*/ 63728 h 216890"/>
                  <a:gd name="connsiteX8" fmla="*/ 242324 w 317000"/>
                  <a:gd name="connsiteY8" fmla="*/ 170027 h 216890"/>
                  <a:gd name="connsiteX9" fmla="*/ 317000 w 317000"/>
                  <a:gd name="connsiteY9" fmla="*/ 216890 h 216890"/>
                  <a:gd name="connsiteX0" fmla="*/ 16284 w 333276"/>
                  <a:gd name="connsiteY0" fmla="*/ 85445 h 216890"/>
                  <a:gd name="connsiteX1" fmla="*/ 1426 w 333276"/>
                  <a:gd name="connsiteY1" fmla="*/ 110591 h 216890"/>
                  <a:gd name="connsiteX2" fmla="*/ 58575 w 333276"/>
                  <a:gd name="connsiteY2" fmla="*/ 139166 h 216890"/>
                  <a:gd name="connsiteX3" fmla="*/ 160302 w 333276"/>
                  <a:gd name="connsiteY3" fmla="*/ 101 h 216890"/>
                  <a:gd name="connsiteX4" fmla="*/ 118011 w 333276"/>
                  <a:gd name="connsiteY4" fmla="*/ 163550 h 216890"/>
                  <a:gd name="connsiteX5" fmla="*/ 209451 w 333276"/>
                  <a:gd name="connsiteY5" fmla="*/ 24866 h 216890"/>
                  <a:gd name="connsiteX6" fmla="*/ 177447 w 333276"/>
                  <a:gd name="connsiteY6" fmla="*/ 190982 h 216890"/>
                  <a:gd name="connsiteX7" fmla="*/ 263934 w 333276"/>
                  <a:gd name="connsiteY7" fmla="*/ 63728 h 216890"/>
                  <a:gd name="connsiteX8" fmla="*/ 258600 w 333276"/>
                  <a:gd name="connsiteY8" fmla="*/ 170027 h 216890"/>
                  <a:gd name="connsiteX9" fmla="*/ 333276 w 333276"/>
                  <a:gd name="connsiteY9" fmla="*/ 216890 h 216890"/>
                  <a:gd name="connsiteX0" fmla="*/ 66774 w 332331"/>
                  <a:gd name="connsiteY0" fmla="*/ 9245 h 216890"/>
                  <a:gd name="connsiteX1" fmla="*/ 481 w 332331"/>
                  <a:gd name="connsiteY1" fmla="*/ 110591 h 216890"/>
                  <a:gd name="connsiteX2" fmla="*/ 57630 w 332331"/>
                  <a:gd name="connsiteY2" fmla="*/ 139166 h 216890"/>
                  <a:gd name="connsiteX3" fmla="*/ 159357 w 332331"/>
                  <a:gd name="connsiteY3" fmla="*/ 101 h 216890"/>
                  <a:gd name="connsiteX4" fmla="*/ 117066 w 332331"/>
                  <a:gd name="connsiteY4" fmla="*/ 163550 h 216890"/>
                  <a:gd name="connsiteX5" fmla="*/ 208506 w 332331"/>
                  <a:gd name="connsiteY5" fmla="*/ 24866 h 216890"/>
                  <a:gd name="connsiteX6" fmla="*/ 176502 w 332331"/>
                  <a:gd name="connsiteY6" fmla="*/ 190982 h 216890"/>
                  <a:gd name="connsiteX7" fmla="*/ 262989 w 332331"/>
                  <a:gd name="connsiteY7" fmla="*/ 63728 h 216890"/>
                  <a:gd name="connsiteX8" fmla="*/ 257655 w 332331"/>
                  <a:gd name="connsiteY8" fmla="*/ 170027 h 216890"/>
                  <a:gd name="connsiteX9" fmla="*/ 332331 w 332331"/>
                  <a:gd name="connsiteY9" fmla="*/ 216890 h 216890"/>
                  <a:gd name="connsiteX0" fmla="*/ 19501 w 285058"/>
                  <a:gd name="connsiteY0" fmla="*/ 9245 h 216890"/>
                  <a:gd name="connsiteX1" fmla="*/ 6548 w 285058"/>
                  <a:gd name="connsiteY1" fmla="*/ 70586 h 216890"/>
                  <a:gd name="connsiteX2" fmla="*/ 10357 w 285058"/>
                  <a:gd name="connsiteY2" fmla="*/ 139166 h 216890"/>
                  <a:gd name="connsiteX3" fmla="*/ 112084 w 285058"/>
                  <a:gd name="connsiteY3" fmla="*/ 101 h 216890"/>
                  <a:gd name="connsiteX4" fmla="*/ 69793 w 285058"/>
                  <a:gd name="connsiteY4" fmla="*/ 163550 h 216890"/>
                  <a:gd name="connsiteX5" fmla="*/ 161233 w 285058"/>
                  <a:gd name="connsiteY5" fmla="*/ 24866 h 216890"/>
                  <a:gd name="connsiteX6" fmla="*/ 129229 w 285058"/>
                  <a:gd name="connsiteY6" fmla="*/ 190982 h 216890"/>
                  <a:gd name="connsiteX7" fmla="*/ 215716 w 285058"/>
                  <a:gd name="connsiteY7" fmla="*/ 63728 h 216890"/>
                  <a:gd name="connsiteX8" fmla="*/ 210382 w 285058"/>
                  <a:gd name="connsiteY8" fmla="*/ 170027 h 216890"/>
                  <a:gd name="connsiteX9" fmla="*/ 285058 w 285058"/>
                  <a:gd name="connsiteY9" fmla="*/ 216890 h 216890"/>
                  <a:gd name="connsiteX0" fmla="*/ 5 w 328427"/>
                  <a:gd name="connsiteY0" fmla="*/ 1625 h 216890"/>
                  <a:gd name="connsiteX1" fmla="*/ 49917 w 328427"/>
                  <a:gd name="connsiteY1" fmla="*/ 7058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5 w 328427"/>
                  <a:gd name="connsiteY0" fmla="*/ 1625 h 216890"/>
                  <a:gd name="connsiteX1" fmla="*/ 65157 w 328427"/>
                  <a:gd name="connsiteY1" fmla="*/ 5534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4 w 328426"/>
                  <a:gd name="connsiteY0" fmla="*/ 1625 h 216890"/>
                  <a:gd name="connsiteX1" fmla="*/ 82301 w 328426"/>
                  <a:gd name="connsiteY1" fmla="*/ 38201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4 w 328426"/>
                  <a:gd name="connsiteY0" fmla="*/ 1625 h 216890"/>
                  <a:gd name="connsiteX1" fmla="*/ 65156 w 328426"/>
                  <a:gd name="connsiteY1" fmla="*/ 36296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3 w 341760"/>
                  <a:gd name="connsiteY0" fmla="*/ 0 h 220980"/>
                  <a:gd name="connsiteX1" fmla="*/ 78490 w 341760"/>
                  <a:gd name="connsiteY1" fmla="*/ 40386 h 220980"/>
                  <a:gd name="connsiteX2" fmla="*/ 67059 w 341760"/>
                  <a:gd name="connsiteY2" fmla="*/ 143256 h 220980"/>
                  <a:gd name="connsiteX3" fmla="*/ 168786 w 341760"/>
                  <a:gd name="connsiteY3" fmla="*/ 4191 h 220980"/>
                  <a:gd name="connsiteX4" fmla="*/ 126495 w 341760"/>
                  <a:gd name="connsiteY4" fmla="*/ 167640 h 220980"/>
                  <a:gd name="connsiteX5" fmla="*/ 217935 w 341760"/>
                  <a:gd name="connsiteY5" fmla="*/ 28956 h 220980"/>
                  <a:gd name="connsiteX6" fmla="*/ 185931 w 341760"/>
                  <a:gd name="connsiteY6" fmla="*/ 195072 h 220980"/>
                  <a:gd name="connsiteX7" fmla="*/ 272418 w 341760"/>
                  <a:gd name="connsiteY7" fmla="*/ 67818 h 220980"/>
                  <a:gd name="connsiteX8" fmla="*/ 267084 w 341760"/>
                  <a:gd name="connsiteY8" fmla="*/ 174117 h 220980"/>
                  <a:gd name="connsiteX9" fmla="*/ 341760 w 341760"/>
                  <a:gd name="connsiteY9" fmla="*/ 220980 h 22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1760" h="220980">
                    <a:moveTo>
                      <a:pt x="3" y="0"/>
                    </a:moveTo>
                    <a:cubicBezTo>
                      <a:pt x="-568" y="698"/>
                      <a:pt x="71441" y="31433"/>
                      <a:pt x="78490" y="40386"/>
                    </a:cubicBezTo>
                    <a:cubicBezTo>
                      <a:pt x="85539" y="49340"/>
                      <a:pt x="42485" y="158179"/>
                      <a:pt x="67059" y="143256"/>
                    </a:cubicBezTo>
                    <a:cubicBezTo>
                      <a:pt x="82807" y="120142"/>
                      <a:pt x="158880" y="127"/>
                      <a:pt x="168786" y="4191"/>
                    </a:cubicBezTo>
                    <a:cubicBezTo>
                      <a:pt x="178692" y="8255"/>
                      <a:pt x="118304" y="163513"/>
                      <a:pt x="126495" y="167640"/>
                    </a:cubicBezTo>
                    <a:cubicBezTo>
                      <a:pt x="134686" y="171767"/>
                      <a:pt x="208029" y="24384"/>
                      <a:pt x="217935" y="28956"/>
                    </a:cubicBezTo>
                    <a:cubicBezTo>
                      <a:pt x="227841" y="33528"/>
                      <a:pt x="176851" y="188595"/>
                      <a:pt x="185931" y="195072"/>
                    </a:cubicBezTo>
                    <a:cubicBezTo>
                      <a:pt x="195012" y="201549"/>
                      <a:pt x="258893" y="71310"/>
                      <a:pt x="272418" y="67818"/>
                    </a:cubicBezTo>
                    <a:cubicBezTo>
                      <a:pt x="285943" y="64326"/>
                      <a:pt x="255527" y="148590"/>
                      <a:pt x="267084" y="174117"/>
                    </a:cubicBezTo>
                    <a:cubicBezTo>
                      <a:pt x="278641" y="199644"/>
                      <a:pt x="323282" y="210757"/>
                      <a:pt x="341760" y="220980"/>
                    </a:cubicBezTo>
                  </a:path>
                </a:pathLst>
              </a:cu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8" name="Pie 493">
                <a:extLst>
                  <a:ext uri="{FF2B5EF4-FFF2-40B4-BE49-F238E27FC236}">
                    <a16:creationId xmlns:a16="http://schemas.microsoft.com/office/drawing/2014/main" id="{2AD61B37-98EB-48C2-80BB-4E95381D02C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 flipH="1">
                <a:off x="25853723" y="1342527"/>
                <a:ext cx="1251081" cy="813324"/>
              </a:xfrm>
              <a:prstGeom prst="flowChartManualOperation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5F4EDF87-989C-4355-8DED-D35C1BEAA7A7}"/>
                </a:ext>
              </a:extLst>
            </p:cNvPr>
            <p:cNvGrpSpPr/>
            <p:nvPr/>
          </p:nvGrpSpPr>
          <p:grpSpPr>
            <a:xfrm rot="5400000">
              <a:off x="1334867" y="14349298"/>
              <a:ext cx="1953291" cy="1251081"/>
              <a:chOff x="24932635" y="1123648"/>
              <a:chExt cx="1953291" cy="1251081"/>
            </a:xfrm>
          </p:grpSpPr>
          <p:sp>
            <p:nvSpPr>
              <p:cNvPr id="485" name="Freeform 494">
                <a:extLst>
                  <a:ext uri="{FF2B5EF4-FFF2-40B4-BE49-F238E27FC236}">
                    <a16:creationId xmlns:a16="http://schemas.microsoft.com/office/drawing/2014/main" id="{279397E5-E517-4309-82E8-1CB4E8A9577E}"/>
                  </a:ext>
                </a:extLst>
              </p:cNvPr>
              <p:cNvSpPr/>
              <p:nvPr/>
            </p:nvSpPr>
            <p:spPr>
              <a:xfrm rot="1563107" flipH="1">
                <a:off x="24932635" y="1477680"/>
                <a:ext cx="1037219" cy="670661"/>
              </a:xfrm>
              <a:custGeom>
                <a:avLst/>
                <a:gdLst>
                  <a:gd name="connsiteX0" fmla="*/ 0 w 262484"/>
                  <a:gd name="connsiteY0" fmla="*/ 146546 h 209479"/>
                  <a:gd name="connsiteX1" fmla="*/ 79248 w 262484"/>
                  <a:gd name="connsiteY1" fmla="*/ 242 h 209479"/>
                  <a:gd name="connsiteX2" fmla="*/ 42672 w 262484"/>
                  <a:gd name="connsiteY2" fmla="*/ 177026 h 209479"/>
                  <a:gd name="connsiteX3" fmla="*/ 134112 w 262484"/>
                  <a:gd name="connsiteY3" fmla="*/ 30722 h 209479"/>
                  <a:gd name="connsiteX4" fmla="*/ 109728 w 262484"/>
                  <a:gd name="connsiteY4" fmla="*/ 189218 h 209479"/>
                  <a:gd name="connsiteX5" fmla="*/ 182880 w 262484"/>
                  <a:gd name="connsiteY5" fmla="*/ 73394 h 209479"/>
                  <a:gd name="connsiteX6" fmla="*/ 188976 w 262484"/>
                  <a:gd name="connsiteY6" fmla="*/ 158738 h 209479"/>
                  <a:gd name="connsiteX7" fmla="*/ 256032 w 262484"/>
                  <a:gd name="connsiteY7" fmla="*/ 207506 h 209479"/>
                  <a:gd name="connsiteX8" fmla="*/ 256032 w 262484"/>
                  <a:gd name="connsiteY8" fmla="*/ 195314 h 209479"/>
                  <a:gd name="connsiteX0" fmla="*/ 0 w 300512"/>
                  <a:gd name="connsiteY0" fmla="*/ 146546 h 223411"/>
                  <a:gd name="connsiteX1" fmla="*/ 79248 w 300512"/>
                  <a:gd name="connsiteY1" fmla="*/ 242 h 223411"/>
                  <a:gd name="connsiteX2" fmla="*/ 42672 w 300512"/>
                  <a:gd name="connsiteY2" fmla="*/ 177026 h 223411"/>
                  <a:gd name="connsiteX3" fmla="*/ 134112 w 300512"/>
                  <a:gd name="connsiteY3" fmla="*/ 30722 h 223411"/>
                  <a:gd name="connsiteX4" fmla="*/ 109728 w 300512"/>
                  <a:gd name="connsiteY4" fmla="*/ 189218 h 223411"/>
                  <a:gd name="connsiteX5" fmla="*/ 182880 w 300512"/>
                  <a:gd name="connsiteY5" fmla="*/ 73394 h 223411"/>
                  <a:gd name="connsiteX6" fmla="*/ 188976 w 300512"/>
                  <a:gd name="connsiteY6" fmla="*/ 158738 h 223411"/>
                  <a:gd name="connsiteX7" fmla="*/ 256032 w 300512"/>
                  <a:gd name="connsiteY7" fmla="*/ 207506 h 223411"/>
                  <a:gd name="connsiteX8" fmla="*/ 299847 w 300512"/>
                  <a:gd name="connsiteY8" fmla="*/ 220079 h 223411"/>
                  <a:gd name="connsiteX0" fmla="*/ 0 w 256032"/>
                  <a:gd name="connsiteY0" fmla="*/ 146546 h 207506"/>
                  <a:gd name="connsiteX1" fmla="*/ 79248 w 256032"/>
                  <a:gd name="connsiteY1" fmla="*/ 242 h 207506"/>
                  <a:gd name="connsiteX2" fmla="*/ 42672 w 256032"/>
                  <a:gd name="connsiteY2" fmla="*/ 177026 h 207506"/>
                  <a:gd name="connsiteX3" fmla="*/ 134112 w 256032"/>
                  <a:gd name="connsiteY3" fmla="*/ 30722 h 207506"/>
                  <a:gd name="connsiteX4" fmla="*/ 109728 w 256032"/>
                  <a:gd name="connsiteY4" fmla="*/ 189218 h 207506"/>
                  <a:gd name="connsiteX5" fmla="*/ 182880 w 256032"/>
                  <a:gd name="connsiteY5" fmla="*/ 73394 h 207506"/>
                  <a:gd name="connsiteX6" fmla="*/ 188976 w 256032"/>
                  <a:gd name="connsiteY6" fmla="*/ 158738 h 207506"/>
                  <a:gd name="connsiteX7" fmla="*/ 256032 w 256032"/>
                  <a:gd name="connsiteY7" fmla="*/ 207506 h 207506"/>
                  <a:gd name="connsiteX0" fmla="*/ 0 w 275082"/>
                  <a:gd name="connsiteY0" fmla="*/ 140948 h 207623"/>
                  <a:gd name="connsiteX1" fmla="*/ 98298 w 275082"/>
                  <a:gd name="connsiteY1" fmla="*/ 359 h 207623"/>
                  <a:gd name="connsiteX2" fmla="*/ 61722 w 275082"/>
                  <a:gd name="connsiteY2" fmla="*/ 177143 h 207623"/>
                  <a:gd name="connsiteX3" fmla="*/ 153162 w 275082"/>
                  <a:gd name="connsiteY3" fmla="*/ 30839 h 207623"/>
                  <a:gd name="connsiteX4" fmla="*/ 128778 w 275082"/>
                  <a:gd name="connsiteY4" fmla="*/ 189335 h 207623"/>
                  <a:gd name="connsiteX5" fmla="*/ 201930 w 275082"/>
                  <a:gd name="connsiteY5" fmla="*/ 73511 h 207623"/>
                  <a:gd name="connsiteX6" fmla="*/ 208026 w 275082"/>
                  <a:gd name="connsiteY6" fmla="*/ 158855 h 207623"/>
                  <a:gd name="connsiteX7" fmla="*/ 275082 w 275082"/>
                  <a:gd name="connsiteY7" fmla="*/ 207623 h 207623"/>
                  <a:gd name="connsiteX0" fmla="*/ 0 w 275082"/>
                  <a:gd name="connsiteY0" fmla="*/ 139053 h 205728"/>
                  <a:gd name="connsiteX1" fmla="*/ 94488 w 275082"/>
                  <a:gd name="connsiteY1" fmla="*/ 369 h 205728"/>
                  <a:gd name="connsiteX2" fmla="*/ 61722 w 275082"/>
                  <a:gd name="connsiteY2" fmla="*/ 175248 h 205728"/>
                  <a:gd name="connsiteX3" fmla="*/ 153162 w 275082"/>
                  <a:gd name="connsiteY3" fmla="*/ 28944 h 205728"/>
                  <a:gd name="connsiteX4" fmla="*/ 128778 w 275082"/>
                  <a:gd name="connsiteY4" fmla="*/ 187440 h 205728"/>
                  <a:gd name="connsiteX5" fmla="*/ 201930 w 275082"/>
                  <a:gd name="connsiteY5" fmla="*/ 71616 h 205728"/>
                  <a:gd name="connsiteX6" fmla="*/ 208026 w 275082"/>
                  <a:gd name="connsiteY6" fmla="*/ 156960 h 205728"/>
                  <a:gd name="connsiteX7" fmla="*/ 275082 w 275082"/>
                  <a:gd name="connsiteY7" fmla="*/ 205728 h 205728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53162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8778 w 275082"/>
                  <a:gd name="connsiteY4" fmla="*/ 18725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62687 w 275082"/>
                  <a:gd name="connsiteY3" fmla="*/ 2875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26873 w 275082"/>
                  <a:gd name="connsiteY4" fmla="*/ 19677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07823 w 275082"/>
                  <a:gd name="connsiteY4" fmla="*/ 192967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201930 w 275082"/>
                  <a:gd name="connsiteY5" fmla="*/ 7142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4310 w 275082"/>
                  <a:gd name="connsiteY5" fmla="*/ 5999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208026 w 275082"/>
                  <a:gd name="connsiteY6" fmla="*/ 156772 h 205540"/>
                  <a:gd name="connsiteX7" fmla="*/ 275082 w 275082"/>
                  <a:gd name="connsiteY7" fmla="*/ 205540 h 205540"/>
                  <a:gd name="connsiteX0" fmla="*/ 0 w 275082"/>
                  <a:gd name="connsiteY0" fmla="*/ 138865 h 205540"/>
                  <a:gd name="connsiteX1" fmla="*/ 94488 w 275082"/>
                  <a:gd name="connsiteY1" fmla="*/ 181 h 205540"/>
                  <a:gd name="connsiteX2" fmla="*/ 52197 w 275082"/>
                  <a:gd name="connsiteY2" fmla="*/ 163630 h 205540"/>
                  <a:gd name="connsiteX3" fmla="*/ 143637 w 275082"/>
                  <a:gd name="connsiteY3" fmla="*/ 24946 h 205540"/>
                  <a:gd name="connsiteX4" fmla="*/ 111633 w 275082"/>
                  <a:gd name="connsiteY4" fmla="*/ 191062 h 205540"/>
                  <a:gd name="connsiteX5" fmla="*/ 198120 w 275082"/>
                  <a:gd name="connsiteY5" fmla="*/ 63808 h 205540"/>
                  <a:gd name="connsiteX6" fmla="*/ 192786 w 275082"/>
                  <a:gd name="connsiteY6" fmla="*/ 170107 h 205540"/>
                  <a:gd name="connsiteX7" fmla="*/ 275082 w 275082"/>
                  <a:gd name="connsiteY7" fmla="*/ 205540 h 205540"/>
                  <a:gd name="connsiteX0" fmla="*/ 0 w 267462"/>
                  <a:gd name="connsiteY0" fmla="*/ 138865 h 216970"/>
                  <a:gd name="connsiteX1" fmla="*/ 94488 w 267462"/>
                  <a:gd name="connsiteY1" fmla="*/ 181 h 216970"/>
                  <a:gd name="connsiteX2" fmla="*/ 52197 w 267462"/>
                  <a:gd name="connsiteY2" fmla="*/ 163630 h 216970"/>
                  <a:gd name="connsiteX3" fmla="*/ 143637 w 267462"/>
                  <a:gd name="connsiteY3" fmla="*/ 24946 h 216970"/>
                  <a:gd name="connsiteX4" fmla="*/ 111633 w 267462"/>
                  <a:gd name="connsiteY4" fmla="*/ 191062 h 216970"/>
                  <a:gd name="connsiteX5" fmla="*/ 198120 w 267462"/>
                  <a:gd name="connsiteY5" fmla="*/ 63808 h 216970"/>
                  <a:gd name="connsiteX6" fmla="*/ 192786 w 267462"/>
                  <a:gd name="connsiteY6" fmla="*/ 170107 h 216970"/>
                  <a:gd name="connsiteX7" fmla="*/ 267462 w 267462"/>
                  <a:gd name="connsiteY7" fmla="*/ 216970 h 216970"/>
                  <a:gd name="connsiteX0" fmla="*/ 6703 w 274165"/>
                  <a:gd name="connsiteY0" fmla="*/ 138755 h 216860"/>
                  <a:gd name="connsiteX1" fmla="*/ 7084 w 274165"/>
                  <a:gd name="connsiteY1" fmla="*/ 142946 h 216860"/>
                  <a:gd name="connsiteX2" fmla="*/ 101191 w 274165"/>
                  <a:gd name="connsiteY2" fmla="*/ 71 h 216860"/>
                  <a:gd name="connsiteX3" fmla="*/ 58900 w 274165"/>
                  <a:gd name="connsiteY3" fmla="*/ 163520 h 216860"/>
                  <a:gd name="connsiteX4" fmla="*/ 150340 w 274165"/>
                  <a:gd name="connsiteY4" fmla="*/ 24836 h 216860"/>
                  <a:gd name="connsiteX5" fmla="*/ 118336 w 274165"/>
                  <a:gd name="connsiteY5" fmla="*/ 190952 h 216860"/>
                  <a:gd name="connsiteX6" fmla="*/ 204823 w 274165"/>
                  <a:gd name="connsiteY6" fmla="*/ 63698 h 216860"/>
                  <a:gd name="connsiteX7" fmla="*/ 199489 w 274165"/>
                  <a:gd name="connsiteY7" fmla="*/ 169997 h 216860"/>
                  <a:gd name="connsiteX8" fmla="*/ 274165 w 274165"/>
                  <a:gd name="connsiteY8" fmla="*/ 216860 h 216860"/>
                  <a:gd name="connsiteX0" fmla="*/ 6703 w 274165"/>
                  <a:gd name="connsiteY0" fmla="*/ 138865 h 216970"/>
                  <a:gd name="connsiteX1" fmla="*/ 7084 w 274165"/>
                  <a:gd name="connsiteY1" fmla="*/ 131626 h 216970"/>
                  <a:gd name="connsiteX2" fmla="*/ 101191 w 274165"/>
                  <a:gd name="connsiteY2" fmla="*/ 181 h 216970"/>
                  <a:gd name="connsiteX3" fmla="*/ 58900 w 274165"/>
                  <a:gd name="connsiteY3" fmla="*/ 163630 h 216970"/>
                  <a:gd name="connsiteX4" fmla="*/ 150340 w 274165"/>
                  <a:gd name="connsiteY4" fmla="*/ 24946 h 216970"/>
                  <a:gd name="connsiteX5" fmla="*/ 118336 w 274165"/>
                  <a:gd name="connsiteY5" fmla="*/ 191062 h 216970"/>
                  <a:gd name="connsiteX6" fmla="*/ 204823 w 274165"/>
                  <a:gd name="connsiteY6" fmla="*/ 63808 h 216970"/>
                  <a:gd name="connsiteX7" fmla="*/ 199489 w 274165"/>
                  <a:gd name="connsiteY7" fmla="*/ 170107 h 216970"/>
                  <a:gd name="connsiteX8" fmla="*/ 274165 w 274165"/>
                  <a:gd name="connsiteY8" fmla="*/ 216970 h 216970"/>
                  <a:gd name="connsiteX0" fmla="*/ 24483 w 291945"/>
                  <a:gd name="connsiteY0" fmla="*/ 138865 h 216970"/>
                  <a:gd name="connsiteX1" fmla="*/ 24864 w 291945"/>
                  <a:gd name="connsiteY1" fmla="*/ 131626 h 216970"/>
                  <a:gd name="connsiteX2" fmla="*/ 118971 w 291945"/>
                  <a:gd name="connsiteY2" fmla="*/ 181 h 216970"/>
                  <a:gd name="connsiteX3" fmla="*/ 76680 w 291945"/>
                  <a:gd name="connsiteY3" fmla="*/ 163630 h 216970"/>
                  <a:gd name="connsiteX4" fmla="*/ 168120 w 291945"/>
                  <a:gd name="connsiteY4" fmla="*/ 24946 h 216970"/>
                  <a:gd name="connsiteX5" fmla="*/ 136116 w 291945"/>
                  <a:gd name="connsiteY5" fmla="*/ 191062 h 216970"/>
                  <a:gd name="connsiteX6" fmla="*/ 222603 w 291945"/>
                  <a:gd name="connsiteY6" fmla="*/ 63808 h 216970"/>
                  <a:gd name="connsiteX7" fmla="*/ 217269 w 291945"/>
                  <a:gd name="connsiteY7" fmla="*/ 170107 h 216970"/>
                  <a:gd name="connsiteX8" fmla="*/ 291945 w 291945"/>
                  <a:gd name="connsiteY8" fmla="*/ 216970 h 216970"/>
                  <a:gd name="connsiteX0" fmla="*/ 11607 w 279069"/>
                  <a:gd name="connsiteY0" fmla="*/ 138890 h 216995"/>
                  <a:gd name="connsiteX1" fmla="*/ 31038 w 279069"/>
                  <a:gd name="connsiteY1" fmla="*/ 129746 h 216995"/>
                  <a:gd name="connsiteX2" fmla="*/ 106095 w 279069"/>
                  <a:gd name="connsiteY2" fmla="*/ 206 h 216995"/>
                  <a:gd name="connsiteX3" fmla="*/ 63804 w 279069"/>
                  <a:gd name="connsiteY3" fmla="*/ 163655 h 216995"/>
                  <a:gd name="connsiteX4" fmla="*/ 155244 w 279069"/>
                  <a:gd name="connsiteY4" fmla="*/ 24971 h 216995"/>
                  <a:gd name="connsiteX5" fmla="*/ 123240 w 279069"/>
                  <a:gd name="connsiteY5" fmla="*/ 191087 h 216995"/>
                  <a:gd name="connsiteX6" fmla="*/ 209727 w 279069"/>
                  <a:gd name="connsiteY6" fmla="*/ 63833 h 216995"/>
                  <a:gd name="connsiteX7" fmla="*/ 204393 w 279069"/>
                  <a:gd name="connsiteY7" fmla="*/ 170132 h 216995"/>
                  <a:gd name="connsiteX8" fmla="*/ 279069 w 279069"/>
                  <a:gd name="connsiteY8" fmla="*/ 216995 h 216995"/>
                  <a:gd name="connsiteX0" fmla="*/ 15180 w 276927"/>
                  <a:gd name="connsiteY0" fmla="*/ 51260 h 216995"/>
                  <a:gd name="connsiteX1" fmla="*/ 28896 w 276927"/>
                  <a:gd name="connsiteY1" fmla="*/ 129746 h 216995"/>
                  <a:gd name="connsiteX2" fmla="*/ 103953 w 276927"/>
                  <a:gd name="connsiteY2" fmla="*/ 206 h 216995"/>
                  <a:gd name="connsiteX3" fmla="*/ 61662 w 276927"/>
                  <a:gd name="connsiteY3" fmla="*/ 163655 h 216995"/>
                  <a:gd name="connsiteX4" fmla="*/ 153102 w 276927"/>
                  <a:gd name="connsiteY4" fmla="*/ 24971 h 216995"/>
                  <a:gd name="connsiteX5" fmla="*/ 121098 w 276927"/>
                  <a:gd name="connsiteY5" fmla="*/ 191087 h 216995"/>
                  <a:gd name="connsiteX6" fmla="*/ 207585 w 276927"/>
                  <a:gd name="connsiteY6" fmla="*/ 63833 h 216995"/>
                  <a:gd name="connsiteX7" fmla="*/ 202251 w 276927"/>
                  <a:gd name="connsiteY7" fmla="*/ 170132 h 216995"/>
                  <a:gd name="connsiteX8" fmla="*/ 276927 w 276927"/>
                  <a:gd name="connsiteY8" fmla="*/ 216995 h 216995"/>
                  <a:gd name="connsiteX0" fmla="*/ 34758 w 296505"/>
                  <a:gd name="connsiteY0" fmla="*/ 51155 h 216890"/>
                  <a:gd name="connsiteX1" fmla="*/ 21804 w 296505"/>
                  <a:gd name="connsiteY1" fmla="*/ 139166 h 216890"/>
                  <a:gd name="connsiteX2" fmla="*/ 123531 w 296505"/>
                  <a:gd name="connsiteY2" fmla="*/ 101 h 216890"/>
                  <a:gd name="connsiteX3" fmla="*/ 81240 w 296505"/>
                  <a:gd name="connsiteY3" fmla="*/ 163550 h 216890"/>
                  <a:gd name="connsiteX4" fmla="*/ 172680 w 296505"/>
                  <a:gd name="connsiteY4" fmla="*/ 24866 h 216890"/>
                  <a:gd name="connsiteX5" fmla="*/ 140676 w 296505"/>
                  <a:gd name="connsiteY5" fmla="*/ 190982 h 216890"/>
                  <a:gd name="connsiteX6" fmla="*/ 227163 w 296505"/>
                  <a:gd name="connsiteY6" fmla="*/ 63728 h 216890"/>
                  <a:gd name="connsiteX7" fmla="*/ 221829 w 296505"/>
                  <a:gd name="connsiteY7" fmla="*/ 170027 h 216890"/>
                  <a:gd name="connsiteX8" fmla="*/ 296505 w 296505"/>
                  <a:gd name="connsiteY8" fmla="*/ 216890 h 216890"/>
                  <a:gd name="connsiteX0" fmla="*/ 1399 w 318391"/>
                  <a:gd name="connsiteY0" fmla="*/ 85445 h 216890"/>
                  <a:gd name="connsiteX1" fmla="*/ 43690 w 318391"/>
                  <a:gd name="connsiteY1" fmla="*/ 139166 h 216890"/>
                  <a:gd name="connsiteX2" fmla="*/ 145417 w 318391"/>
                  <a:gd name="connsiteY2" fmla="*/ 101 h 216890"/>
                  <a:gd name="connsiteX3" fmla="*/ 103126 w 318391"/>
                  <a:gd name="connsiteY3" fmla="*/ 163550 h 216890"/>
                  <a:gd name="connsiteX4" fmla="*/ 194566 w 318391"/>
                  <a:gd name="connsiteY4" fmla="*/ 24866 h 216890"/>
                  <a:gd name="connsiteX5" fmla="*/ 162562 w 318391"/>
                  <a:gd name="connsiteY5" fmla="*/ 190982 h 216890"/>
                  <a:gd name="connsiteX6" fmla="*/ 249049 w 318391"/>
                  <a:gd name="connsiteY6" fmla="*/ 63728 h 216890"/>
                  <a:gd name="connsiteX7" fmla="*/ 243715 w 318391"/>
                  <a:gd name="connsiteY7" fmla="*/ 170027 h 216890"/>
                  <a:gd name="connsiteX8" fmla="*/ 318391 w 318391"/>
                  <a:gd name="connsiteY8" fmla="*/ 216890 h 216890"/>
                  <a:gd name="connsiteX0" fmla="*/ 5949 w 322941"/>
                  <a:gd name="connsiteY0" fmla="*/ 85445 h 216890"/>
                  <a:gd name="connsiteX1" fmla="*/ 2521 w 322941"/>
                  <a:gd name="connsiteY1" fmla="*/ 89636 h 216890"/>
                  <a:gd name="connsiteX2" fmla="*/ 48240 w 322941"/>
                  <a:gd name="connsiteY2" fmla="*/ 139166 h 216890"/>
                  <a:gd name="connsiteX3" fmla="*/ 149967 w 322941"/>
                  <a:gd name="connsiteY3" fmla="*/ 101 h 216890"/>
                  <a:gd name="connsiteX4" fmla="*/ 107676 w 322941"/>
                  <a:gd name="connsiteY4" fmla="*/ 163550 h 216890"/>
                  <a:gd name="connsiteX5" fmla="*/ 199116 w 322941"/>
                  <a:gd name="connsiteY5" fmla="*/ 24866 h 216890"/>
                  <a:gd name="connsiteX6" fmla="*/ 167112 w 322941"/>
                  <a:gd name="connsiteY6" fmla="*/ 190982 h 216890"/>
                  <a:gd name="connsiteX7" fmla="*/ 253599 w 322941"/>
                  <a:gd name="connsiteY7" fmla="*/ 63728 h 216890"/>
                  <a:gd name="connsiteX8" fmla="*/ 248265 w 322941"/>
                  <a:gd name="connsiteY8" fmla="*/ 170027 h 216890"/>
                  <a:gd name="connsiteX9" fmla="*/ 322941 w 322941"/>
                  <a:gd name="connsiteY9" fmla="*/ 216890 h 216890"/>
                  <a:gd name="connsiteX0" fmla="*/ 8 w 317000"/>
                  <a:gd name="connsiteY0" fmla="*/ 85445 h 216890"/>
                  <a:gd name="connsiteX1" fmla="*/ 40395 w 317000"/>
                  <a:gd name="connsiteY1" fmla="*/ 53441 h 216890"/>
                  <a:gd name="connsiteX2" fmla="*/ 42299 w 317000"/>
                  <a:gd name="connsiteY2" fmla="*/ 139166 h 216890"/>
                  <a:gd name="connsiteX3" fmla="*/ 144026 w 317000"/>
                  <a:gd name="connsiteY3" fmla="*/ 101 h 216890"/>
                  <a:gd name="connsiteX4" fmla="*/ 101735 w 317000"/>
                  <a:gd name="connsiteY4" fmla="*/ 163550 h 216890"/>
                  <a:gd name="connsiteX5" fmla="*/ 193175 w 317000"/>
                  <a:gd name="connsiteY5" fmla="*/ 24866 h 216890"/>
                  <a:gd name="connsiteX6" fmla="*/ 161171 w 317000"/>
                  <a:gd name="connsiteY6" fmla="*/ 190982 h 216890"/>
                  <a:gd name="connsiteX7" fmla="*/ 247658 w 317000"/>
                  <a:gd name="connsiteY7" fmla="*/ 63728 h 216890"/>
                  <a:gd name="connsiteX8" fmla="*/ 242324 w 317000"/>
                  <a:gd name="connsiteY8" fmla="*/ 170027 h 216890"/>
                  <a:gd name="connsiteX9" fmla="*/ 317000 w 317000"/>
                  <a:gd name="connsiteY9" fmla="*/ 216890 h 216890"/>
                  <a:gd name="connsiteX0" fmla="*/ 16284 w 333276"/>
                  <a:gd name="connsiteY0" fmla="*/ 85445 h 216890"/>
                  <a:gd name="connsiteX1" fmla="*/ 1426 w 333276"/>
                  <a:gd name="connsiteY1" fmla="*/ 110591 h 216890"/>
                  <a:gd name="connsiteX2" fmla="*/ 58575 w 333276"/>
                  <a:gd name="connsiteY2" fmla="*/ 139166 h 216890"/>
                  <a:gd name="connsiteX3" fmla="*/ 160302 w 333276"/>
                  <a:gd name="connsiteY3" fmla="*/ 101 h 216890"/>
                  <a:gd name="connsiteX4" fmla="*/ 118011 w 333276"/>
                  <a:gd name="connsiteY4" fmla="*/ 163550 h 216890"/>
                  <a:gd name="connsiteX5" fmla="*/ 209451 w 333276"/>
                  <a:gd name="connsiteY5" fmla="*/ 24866 h 216890"/>
                  <a:gd name="connsiteX6" fmla="*/ 177447 w 333276"/>
                  <a:gd name="connsiteY6" fmla="*/ 190982 h 216890"/>
                  <a:gd name="connsiteX7" fmla="*/ 263934 w 333276"/>
                  <a:gd name="connsiteY7" fmla="*/ 63728 h 216890"/>
                  <a:gd name="connsiteX8" fmla="*/ 258600 w 333276"/>
                  <a:gd name="connsiteY8" fmla="*/ 170027 h 216890"/>
                  <a:gd name="connsiteX9" fmla="*/ 333276 w 333276"/>
                  <a:gd name="connsiteY9" fmla="*/ 216890 h 216890"/>
                  <a:gd name="connsiteX0" fmla="*/ 66774 w 332331"/>
                  <a:gd name="connsiteY0" fmla="*/ 9245 h 216890"/>
                  <a:gd name="connsiteX1" fmla="*/ 481 w 332331"/>
                  <a:gd name="connsiteY1" fmla="*/ 110591 h 216890"/>
                  <a:gd name="connsiteX2" fmla="*/ 57630 w 332331"/>
                  <a:gd name="connsiteY2" fmla="*/ 139166 h 216890"/>
                  <a:gd name="connsiteX3" fmla="*/ 159357 w 332331"/>
                  <a:gd name="connsiteY3" fmla="*/ 101 h 216890"/>
                  <a:gd name="connsiteX4" fmla="*/ 117066 w 332331"/>
                  <a:gd name="connsiteY4" fmla="*/ 163550 h 216890"/>
                  <a:gd name="connsiteX5" fmla="*/ 208506 w 332331"/>
                  <a:gd name="connsiteY5" fmla="*/ 24866 h 216890"/>
                  <a:gd name="connsiteX6" fmla="*/ 176502 w 332331"/>
                  <a:gd name="connsiteY6" fmla="*/ 190982 h 216890"/>
                  <a:gd name="connsiteX7" fmla="*/ 262989 w 332331"/>
                  <a:gd name="connsiteY7" fmla="*/ 63728 h 216890"/>
                  <a:gd name="connsiteX8" fmla="*/ 257655 w 332331"/>
                  <a:gd name="connsiteY8" fmla="*/ 170027 h 216890"/>
                  <a:gd name="connsiteX9" fmla="*/ 332331 w 332331"/>
                  <a:gd name="connsiteY9" fmla="*/ 216890 h 216890"/>
                  <a:gd name="connsiteX0" fmla="*/ 19501 w 285058"/>
                  <a:gd name="connsiteY0" fmla="*/ 9245 h 216890"/>
                  <a:gd name="connsiteX1" fmla="*/ 6548 w 285058"/>
                  <a:gd name="connsiteY1" fmla="*/ 70586 h 216890"/>
                  <a:gd name="connsiteX2" fmla="*/ 10357 w 285058"/>
                  <a:gd name="connsiteY2" fmla="*/ 139166 h 216890"/>
                  <a:gd name="connsiteX3" fmla="*/ 112084 w 285058"/>
                  <a:gd name="connsiteY3" fmla="*/ 101 h 216890"/>
                  <a:gd name="connsiteX4" fmla="*/ 69793 w 285058"/>
                  <a:gd name="connsiteY4" fmla="*/ 163550 h 216890"/>
                  <a:gd name="connsiteX5" fmla="*/ 161233 w 285058"/>
                  <a:gd name="connsiteY5" fmla="*/ 24866 h 216890"/>
                  <a:gd name="connsiteX6" fmla="*/ 129229 w 285058"/>
                  <a:gd name="connsiteY6" fmla="*/ 190982 h 216890"/>
                  <a:gd name="connsiteX7" fmla="*/ 215716 w 285058"/>
                  <a:gd name="connsiteY7" fmla="*/ 63728 h 216890"/>
                  <a:gd name="connsiteX8" fmla="*/ 210382 w 285058"/>
                  <a:gd name="connsiteY8" fmla="*/ 170027 h 216890"/>
                  <a:gd name="connsiteX9" fmla="*/ 285058 w 285058"/>
                  <a:gd name="connsiteY9" fmla="*/ 216890 h 216890"/>
                  <a:gd name="connsiteX0" fmla="*/ 5 w 328427"/>
                  <a:gd name="connsiteY0" fmla="*/ 1625 h 216890"/>
                  <a:gd name="connsiteX1" fmla="*/ 49917 w 328427"/>
                  <a:gd name="connsiteY1" fmla="*/ 7058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5 w 328427"/>
                  <a:gd name="connsiteY0" fmla="*/ 1625 h 216890"/>
                  <a:gd name="connsiteX1" fmla="*/ 65157 w 328427"/>
                  <a:gd name="connsiteY1" fmla="*/ 55346 h 216890"/>
                  <a:gd name="connsiteX2" fmla="*/ 53726 w 328427"/>
                  <a:gd name="connsiteY2" fmla="*/ 139166 h 216890"/>
                  <a:gd name="connsiteX3" fmla="*/ 155453 w 328427"/>
                  <a:gd name="connsiteY3" fmla="*/ 101 h 216890"/>
                  <a:gd name="connsiteX4" fmla="*/ 113162 w 328427"/>
                  <a:gd name="connsiteY4" fmla="*/ 163550 h 216890"/>
                  <a:gd name="connsiteX5" fmla="*/ 204602 w 328427"/>
                  <a:gd name="connsiteY5" fmla="*/ 24866 h 216890"/>
                  <a:gd name="connsiteX6" fmla="*/ 172598 w 328427"/>
                  <a:gd name="connsiteY6" fmla="*/ 190982 h 216890"/>
                  <a:gd name="connsiteX7" fmla="*/ 259085 w 328427"/>
                  <a:gd name="connsiteY7" fmla="*/ 63728 h 216890"/>
                  <a:gd name="connsiteX8" fmla="*/ 253751 w 328427"/>
                  <a:gd name="connsiteY8" fmla="*/ 170027 h 216890"/>
                  <a:gd name="connsiteX9" fmla="*/ 328427 w 328427"/>
                  <a:gd name="connsiteY9" fmla="*/ 216890 h 216890"/>
                  <a:gd name="connsiteX0" fmla="*/ 4 w 328426"/>
                  <a:gd name="connsiteY0" fmla="*/ 1625 h 216890"/>
                  <a:gd name="connsiteX1" fmla="*/ 82301 w 328426"/>
                  <a:gd name="connsiteY1" fmla="*/ 38201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4 w 328426"/>
                  <a:gd name="connsiteY0" fmla="*/ 1625 h 216890"/>
                  <a:gd name="connsiteX1" fmla="*/ 65156 w 328426"/>
                  <a:gd name="connsiteY1" fmla="*/ 36296 h 216890"/>
                  <a:gd name="connsiteX2" fmla="*/ 53725 w 328426"/>
                  <a:gd name="connsiteY2" fmla="*/ 139166 h 216890"/>
                  <a:gd name="connsiteX3" fmla="*/ 155452 w 328426"/>
                  <a:gd name="connsiteY3" fmla="*/ 101 h 216890"/>
                  <a:gd name="connsiteX4" fmla="*/ 113161 w 328426"/>
                  <a:gd name="connsiteY4" fmla="*/ 163550 h 216890"/>
                  <a:gd name="connsiteX5" fmla="*/ 204601 w 328426"/>
                  <a:gd name="connsiteY5" fmla="*/ 24866 h 216890"/>
                  <a:gd name="connsiteX6" fmla="*/ 172597 w 328426"/>
                  <a:gd name="connsiteY6" fmla="*/ 190982 h 216890"/>
                  <a:gd name="connsiteX7" fmla="*/ 259084 w 328426"/>
                  <a:gd name="connsiteY7" fmla="*/ 63728 h 216890"/>
                  <a:gd name="connsiteX8" fmla="*/ 253750 w 328426"/>
                  <a:gd name="connsiteY8" fmla="*/ 170027 h 216890"/>
                  <a:gd name="connsiteX9" fmla="*/ 328426 w 328426"/>
                  <a:gd name="connsiteY9" fmla="*/ 216890 h 216890"/>
                  <a:gd name="connsiteX0" fmla="*/ 3 w 341760"/>
                  <a:gd name="connsiteY0" fmla="*/ 0 h 220980"/>
                  <a:gd name="connsiteX1" fmla="*/ 78490 w 341760"/>
                  <a:gd name="connsiteY1" fmla="*/ 40386 h 220980"/>
                  <a:gd name="connsiteX2" fmla="*/ 67059 w 341760"/>
                  <a:gd name="connsiteY2" fmla="*/ 143256 h 220980"/>
                  <a:gd name="connsiteX3" fmla="*/ 168786 w 341760"/>
                  <a:gd name="connsiteY3" fmla="*/ 4191 h 220980"/>
                  <a:gd name="connsiteX4" fmla="*/ 126495 w 341760"/>
                  <a:gd name="connsiteY4" fmla="*/ 167640 h 220980"/>
                  <a:gd name="connsiteX5" fmla="*/ 217935 w 341760"/>
                  <a:gd name="connsiteY5" fmla="*/ 28956 h 220980"/>
                  <a:gd name="connsiteX6" fmla="*/ 185931 w 341760"/>
                  <a:gd name="connsiteY6" fmla="*/ 195072 h 220980"/>
                  <a:gd name="connsiteX7" fmla="*/ 272418 w 341760"/>
                  <a:gd name="connsiteY7" fmla="*/ 67818 h 220980"/>
                  <a:gd name="connsiteX8" fmla="*/ 267084 w 341760"/>
                  <a:gd name="connsiteY8" fmla="*/ 174117 h 220980"/>
                  <a:gd name="connsiteX9" fmla="*/ 341760 w 341760"/>
                  <a:gd name="connsiteY9" fmla="*/ 220980 h 220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1760" h="220980">
                    <a:moveTo>
                      <a:pt x="3" y="0"/>
                    </a:moveTo>
                    <a:cubicBezTo>
                      <a:pt x="-568" y="698"/>
                      <a:pt x="71441" y="31433"/>
                      <a:pt x="78490" y="40386"/>
                    </a:cubicBezTo>
                    <a:cubicBezTo>
                      <a:pt x="85539" y="49340"/>
                      <a:pt x="42485" y="158179"/>
                      <a:pt x="67059" y="143256"/>
                    </a:cubicBezTo>
                    <a:cubicBezTo>
                      <a:pt x="82807" y="120142"/>
                      <a:pt x="158880" y="127"/>
                      <a:pt x="168786" y="4191"/>
                    </a:cubicBezTo>
                    <a:cubicBezTo>
                      <a:pt x="178692" y="8255"/>
                      <a:pt x="118304" y="163513"/>
                      <a:pt x="126495" y="167640"/>
                    </a:cubicBezTo>
                    <a:cubicBezTo>
                      <a:pt x="134686" y="171767"/>
                      <a:pt x="208029" y="24384"/>
                      <a:pt x="217935" y="28956"/>
                    </a:cubicBezTo>
                    <a:cubicBezTo>
                      <a:pt x="227841" y="33528"/>
                      <a:pt x="176851" y="188595"/>
                      <a:pt x="185931" y="195072"/>
                    </a:cubicBezTo>
                    <a:cubicBezTo>
                      <a:pt x="195012" y="201549"/>
                      <a:pt x="258893" y="71310"/>
                      <a:pt x="272418" y="67818"/>
                    </a:cubicBezTo>
                    <a:cubicBezTo>
                      <a:pt x="285943" y="64326"/>
                      <a:pt x="255527" y="148590"/>
                      <a:pt x="267084" y="174117"/>
                    </a:cubicBezTo>
                    <a:cubicBezTo>
                      <a:pt x="278641" y="199644"/>
                      <a:pt x="323282" y="210757"/>
                      <a:pt x="341760" y="220980"/>
                    </a:cubicBezTo>
                  </a:path>
                </a:pathLst>
              </a:cu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Pie 493">
                <a:extLst>
                  <a:ext uri="{FF2B5EF4-FFF2-40B4-BE49-F238E27FC236}">
                    <a16:creationId xmlns:a16="http://schemas.microsoft.com/office/drawing/2014/main" id="{0E2D8BCA-30DD-4B4F-9C0B-55CAB4CD641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 flipH="1">
                <a:off x="25853723" y="1342527"/>
                <a:ext cx="1251081" cy="813324"/>
              </a:xfrm>
              <a:prstGeom prst="flowChartManualOperation">
                <a:avLst/>
              </a:prstGeom>
              <a:solidFill>
                <a:schemeClr val="tx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0" name="Group 469">
              <a:extLst>
                <a:ext uri="{FF2B5EF4-FFF2-40B4-BE49-F238E27FC236}">
                  <a16:creationId xmlns:a16="http://schemas.microsoft.com/office/drawing/2014/main" id="{02AD3676-6F92-4F23-A519-9B71CBDF3A3C}"/>
                </a:ext>
              </a:extLst>
            </p:cNvPr>
            <p:cNvGrpSpPr/>
            <p:nvPr/>
          </p:nvGrpSpPr>
          <p:grpSpPr>
            <a:xfrm>
              <a:off x="5239329" y="18789005"/>
              <a:ext cx="652922" cy="720022"/>
              <a:chOff x="36090295" y="3317783"/>
              <a:chExt cx="652922" cy="720022"/>
            </a:xfrm>
          </p:grpSpPr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E1910D3F-463F-4F96-8819-8352FA6DF3CA}"/>
                  </a:ext>
                </a:extLst>
              </p:cNvPr>
              <p:cNvSpPr/>
              <p:nvPr/>
            </p:nvSpPr>
            <p:spPr>
              <a:xfrm rot="5400000" flipV="1">
                <a:off x="36056044" y="3357924"/>
                <a:ext cx="714132" cy="64563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87000"/>
                </a:schemeClr>
              </a:solidFill>
              <a:ln>
                <a:solidFill>
                  <a:schemeClr val="bg1">
                    <a:lumMod val="65000"/>
                    <a:alpha val="74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484" name="Straight Connector 483">
                <a:extLst>
                  <a:ext uri="{FF2B5EF4-FFF2-40B4-BE49-F238E27FC236}">
                    <a16:creationId xmlns:a16="http://schemas.microsoft.com/office/drawing/2014/main" id="{E2DA0FC3-4DA6-448C-8868-8A5C67AB7C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111180" y="3317783"/>
                <a:ext cx="632037" cy="705577"/>
              </a:xfrm>
              <a:prstGeom prst="line">
                <a:avLst/>
              </a:prstGeom>
              <a:ln w="19050">
                <a:solidFill>
                  <a:schemeClr val="bg1">
                    <a:lumMod val="65000"/>
                    <a:alpha val="94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C8B0A25E-7D1C-43A6-A3D3-998936246E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1990" y="16594463"/>
              <a:ext cx="2908265" cy="10462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C5BBAD32-C4D6-47D7-9F17-2958D5056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9213" y="16600754"/>
              <a:ext cx="0" cy="1810209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A1FB6615-3CDB-4A92-8F62-1583200A2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1736" y="14306488"/>
              <a:ext cx="0" cy="5540337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99A53FCD-9304-4B90-9F34-DF0AF603F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5959" y="18395808"/>
              <a:ext cx="8425648" cy="30310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D98A9B62-5E83-4CB3-B782-C4D915E73E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8347" y="19119119"/>
              <a:ext cx="3223797" cy="20588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0ADF8F1D-F843-409A-B5C7-F2DCF2DBA7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8346" y="15970460"/>
              <a:ext cx="0" cy="3194393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70218009-067A-40DA-992A-AD04B1F22793}"/>
                </a:ext>
              </a:extLst>
            </p:cNvPr>
            <p:cNvSpPr txBox="1"/>
            <p:nvPr/>
          </p:nvSpPr>
          <p:spPr>
            <a:xfrm>
              <a:off x="1229177" y="13202226"/>
              <a:ext cx="19429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Wavelength Measure</a:t>
              </a: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4D3ECED2-63E1-4C1E-9C5D-A147C7FAC6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67178" y="7312856"/>
              <a:ext cx="0" cy="8559073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DF5E793B-90CC-44A5-A9C4-14960B2870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27713" y="14353329"/>
              <a:ext cx="0" cy="1537651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D8F6FC0C-3A8F-4DBA-8427-081E59C80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8525" y="15880700"/>
              <a:ext cx="4193895" cy="23342"/>
            </a:xfrm>
            <a:prstGeom prst="line">
              <a:avLst/>
            </a:prstGeom>
            <a:ln w="60325">
              <a:solidFill>
                <a:srgbClr val="C00000">
                  <a:alpha val="4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D436A651-3B94-460E-86C7-55B570E34BDB}"/>
                </a:ext>
              </a:extLst>
            </p:cNvPr>
            <p:cNvSpPr/>
            <p:nvPr/>
          </p:nvSpPr>
          <p:spPr>
            <a:xfrm>
              <a:off x="9404450" y="1643520"/>
              <a:ext cx="4268148" cy="1269075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/>
                <a:t>L1 Amp</a:t>
              </a: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3A0915BF-90E8-4188-9D01-B0501B3A2DB9}"/>
                </a:ext>
              </a:extLst>
            </p:cNvPr>
            <p:cNvSpPr/>
            <p:nvPr/>
          </p:nvSpPr>
          <p:spPr>
            <a:xfrm>
              <a:off x="11430000" y="289783"/>
              <a:ext cx="9126859" cy="18036317"/>
            </a:xfrm>
            <a:custGeom>
              <a:avLst/>
              <a:gdLst>
                <a:gd name="connsiteX0" fmla="*/ 7486650 w 9126859"/>
                <a:gd name="connsiteY0" fmla="*/ 18036317 h 18036317"/>
                <a:gd name="connsiteX1" fmla="*/ 8858250 w 9126859"/>
                <a:gd name="connsiteY1" fmla="*/ 2434367 h 18036317"/>
                <a:gd name="connsiteX2" fmla="*/ 2781300 w 9126859"/>
                <a:gd name="connsiteY2" fmla="*/ 15017 h 18036317"/>
                <a:gd name="connsiteX3" fmla="*/ 0 w 9126859"/>
                <a:gd name="connsiteY3" fmla="*/ 1348517 h 18036317"/>
                <a:gd name="connsiteX4" fmla="*/ 0 w 9126859"/>
                <a:gd name="connsiteY4" fmla="*/ 1348517 h 1803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6859" h="18036317">
                  <a:moveTo>
                    <a:pt x="7486650" y="18036317"/>
                  </a:moveTo>
                  <a:cubicBezTo>
                    <a:pt x="8564562" y="11737117"/>
                    <a:pt x="9642475" y="5437917"/>
                    <a:pt x="8858250" y="2434367"/>
                  </a:cubicBezTo>
                  <a:cubicBezTo>
                    <a:pt x="8074025" y="-569183"/>
                    <a:pt x="4257675" y="195992"/>
                    <a:pt x="2781300" y="15017"/>
                  </a:cubicBezTo>
                  <a:cubicBezTo>
                    <a:pt x="1304925" y="-165958"/>
                    <a:pt x="0" y="1348517"/>
                    <a:pt x="0" y="1348517"/>
                  </a:cubicBezTo>
                  <a:lnTo>
                    <a:pt x="0" y="1348517"/>
                  </a:lnTo>
                </a:path>
              </a:pathLst>
            </a:custGeom>
            <a:ln w="127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56" name="Freeform: Shape 555">
            <a:extLst>
              <a:ext uri="{FF2B5EF4-FFF2-40B4-BE49-F238E27FC236}">
                <a16:creationId xmlns:a16="http://schemas.microsoft.com/office/drawing/2014/main" id="{20181C4A-5D0A-49A8-BA8B-72DD6A72097E}"/>
              </a:ext>
            </a:extLst>
          </p:cNvPr>
          <p:cNvSpPr/>
          <p:nvPr/>
        </p:nvSpPr>
        <p:spPr>
          <a:xfrm>
            <a:off x="35722089" y="-11218122"/>
            <a:ext cx="11272550" cy="43014380"/>
          </a:xfrm>
          <a:custGeom>
            <a:avLst/>
            <a:gdLst>
              <a:gd name="connsiteX0" fmla="*/ 2035011 w 11272550"/>
              <a:gd name="connsiteY0" fmla="*/ 6836622 h 43014380"/>
              <a:gd name="connsiteX1" fmla="*/ 3139911 w 11272550"/>
              <a:gd name="connsiteY1" fmla="*/ 1769322 h 43014380"/>
              <a:gd name="connsiteX2" fmla="*/ 10531311 w 11272550"/>
              <a:gd name="connsiteY2" fmla="*/ 2950422 h 43014380"/>
              <a:gd name="connsiteX3" fmla="*/ 10302711 w 11272550"/>
              <a:gd name="connsiteY3" fmla="*/ 34344822 h 43014380"/>
              <a:gd name="connsiteX4" fmla="*/ 4244811 w 11272550"/>
              <a:gd name="connsiteY4" fmla="*/ 42231522 h 43014380"/>
              <a:gd name="connsiteX5" fmla="*/ 434811 w 11272550"/>
              <a:gd name="connsiteY5" fmla="*/ 42345822 h 43014380"/>
              <a:gd name="connsiteX6" fmla="*/ 244311 w 11272550"/>
              <a:gd name="connsiteY6" fmla="*/ 38840622 h 4301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72550" h="43014380">
                <a:moveTo>
                  <a:pt x="2035011" y="6836622"/>
                </a:moveTo>
                <a:cubicBezTo>
                  <a:pt x="1879436" y="4626822"/>
                  <a:pt x="1723861" y="2417022"/>
                  <a:pt x="3139911" y="1769322"/>
                </a:cubicBezTo>
                <a:cubicBezTo>
                  <a:pt x="4555961" y="1121622"/>
                  <a:pt x="9337511" y="-2478828"/>
                  <a:pt x="10531311" y="2950422"/>
                </a:cubicBezTo>
                <a:cubicBezTo>
                  <a:pt x="11725111" y="8379672"/>
                  <a:pt x="11350461" y="27797972"/>
                  <a:pt x="10302711" y="34344822"/>
                </a:cubicBezTo>
                <a:cubicBezTo>
                  <a:pt x="9254961" y="40891672"/>
                  <a:pt x="5889461" y="40898022"/>
                  <a:pt x="4244811" y="42231522"/>
                </a:cubicBezTo>
                <a:cubicBezTo>
                  <a:pt x="2600161" y="43565022"/>
                  <a:pt x="1101561" y="42910972"/>
                  <a:pt x="434811" y="42345822"/>
                </a:cubicBezTo>
                <a:cubicBezTo>
                  <a:pt x="-231939" y="41780672"/>
                  <a:pt x="6186" y="40310647"/>
                  <a:pt x="244311" y="38840622"/>
                </a:cubicBezTo>
              </a:path>
            </a:pathLst>
          </a:cu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57" name="Group 856">
            <a:extLst>
              <a:ext uri="{FF2B5EF4-FFF2-40B4-BE49-F238E27FC236}">
                <a16:creationId xmlns:a16="http://schemas.microsoft.com/office/drawing/2014/main" id="{D009D2E8-5857-46D6-BF4C-69E20E3505EF}"/>
              </a:ext>
            </a:extLst>
          </p:cNvPr>
          <p:cNvGrpSpPr/>
          <p:nvPr/>
        </p:nvGrpSpPr>
        <p:grpSpPr>
          <a:xfrm>
            <a:off x="29257636" y="7420151"/>
            <a:ext cx="11287545" cy="20123296"/>
            <a:chOff x="4271209" y="744111"/>
            <a:chExt cx="11287545" cy="20123296"/>
          </a:xfrm>
        </p:grpSpPr>
        <p:grpSp>
          <p:nvGrpSpPr>
            <p:cNvPr id="858" name="Group 857">
              <a:extLst>
                <a:ext uri="{FF2B5EF4-FFF2-40B4-BE49-F238E27FC236}">
                  <a16:creationId xmlns:a16="http://schemas.microsoft.com/office/drawing/2014/main" id="{E009FCAE-BA37-4267-A60F-59607DD87962}"/>
                </a:ext>
              </a:extLst>
            </p:cNvPr>
            <p:cNvGrpSpPr/>
            <p:nvPr/>
          </p:nvGrpSpPr>
          <p:grpSpPr>
            <a:xfrm>
              <a:off x="4271209" y="1776821"/>
              <a:ext cx="11287545" cy="19090586"/>
              <a:chOff x="4272835" y="1778258"/>
              <a:chExt cx="11287545" cy="19090586"/>
            </a:xfrm>
          </p:grpSpPr>
          <p:sp>
            <p:nvSpPr>
              <p:cNvPr id="874" name="Rectangle 873">
                <a:extLst>
                  <a:ext uri="{FF2B5EF4-FFF2-40B4-BE49-F238E27FC236}">
                    <a16:creationId xmlns:a16="http://schemas.microsoft.com/office/drawing/2014/main" id="{60AF6DDC-F84B-4508-A6D7-989BB2BEFFD1}"/>
                  </a:ext>
                </a:extLst>
              </p:cNvPr>
              <p:cNvSpPr/>
              <p:nvPr/>
            </p:nvSpPr>
            <p:spPr>
              <a:xfrm>
                <a:off x="4272838" y="2028621"/>
                <a:ext cx="11287542" cy="17365165"/>
              </a:xfrm>
              <a:prstGeom prst="rect">
                <a:avLst/>
              </a:prstGeom>
              <a:solidFill>
                <a:schemeClr val="bg2">
                  <a:lumMod val="75000"/>
                  <a:alpha val="37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75" name="Group 874">
                <a:extLst>
                  <a:ext uri="{FF2B5EF4-FFF2-40B4-BE49-F238E27FC236}">
                    <a16:creationId xmlns:a16="http://schemas.microsoft.com/office/drawing/2014/main" id="{ABF8CE0E-60A5-43BB-925C-B61505736EA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7100000">
                <a:off x="10348256" y="16307238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921" name="Straight Connector 920">
                  <a:extLst>
                    <a:ext uri="{FF2B5EF4-FFF2-40B4-BE49-F238E27FC236}">
                      <a16:creationId xmlns:a16="http://schemas.microsoft.com/office/drawing/2014/main" id="{C8A46489-B5AA-4D23-9B97-710913BE4F95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22" name="Group 921">
                  <a:extLst>
                    <a:ext uri="{FF2B5EF4-FFF2-40B4-BE49-F238E27FC236}">
                      <a16:creationId xmlns:a16="http://schemas.microsoft.com/office/drawing/2014/main" id="{EBB0F3BE-7110-40A6-9A48-B4A7A3D81281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923" name="Straight Connector 922">
                    <a:extLst>
                      <a:ext uri="{FF2B5EF4-FFF2-40B4-BE49-F238E27FC236}">
                        <a16:creationId xmlns:a16="http://schemas.microsoft.com/office/drawing/2014/main" id="{D812D908-67B5-402B-B9FE-6A01BEB14A51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4" name="Straight Connector 923">
                    <a:extLst>
                      <a:ext uri="{FF2B5EF4-FFF2-40B4-BE49-F238E27FC236}">
                        <a16:creationId xmlns:a16="http://schemas.microsoft.com/office/drawing/2014/main" id="{BD6D3D60-D1C2-47CD-B557-FFC66EEB0AF9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5" name="Straight Connector 924">
                    <a:extLst>
                      <a:ext uri="{FF2B5EF4-FFF2-40B4-BE49-F238E27FC236}">
                        <a16:creationId xmlns:a16="http://schemas.microsoft.com/office/drawing/2014/main" id="{9D185A66-102F-470D-87D9-EB2E6D58AF56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6" name="Straight Connector 925">
                    <a:extLst>
                      <a:ext uri="{FF2B5EF4-FFF2-40B4-BE49-F238E27FC236}">
                        <a16:creationId xmlns:a16="http://schemas.microsoft.com/office/drawing/2014/main" id="{F1C2A94B-0F7D-4D46-8BA3-DCA6D4C72906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7" name="Straight Connector 926">
                    <a:extLst>
                      <a:ext uri="{FF2B5EF4-FFF2-40B4-BE49-F238E27FC236}">
                        <a16:creationId xmlns:a16="http://schemas.microsoft.com/office/drawing/2014/main" id="{C76DCBDE-CAF5-41E6-AD35-CBAB90C2D509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8" name="Straight Connector 927">
                    <a:extLst>
                      <a:ext uri="{FF2B5EF4-FFF2-40B4-BE49-F238E27FC236}">
                        <a16:creationId xmlns:a16="http://schemas.microsoft.com/office/drawing/2014/main" id="{6AB943A4-DE59-4319-A79A-C8428D3A13D3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9" name="Straight Connector 928">
                    <a:extLst>
                      <a:ext uri="{FF2B5EF4-FFF2-40B4-BE49-F238E27FC236}">
                        <a16:creationId xmlns:a16="http://schemas.microsoft.com/office/drawing/2014/main" id="{4837EE66-3D60-49FF-8062-8CEF48CEC380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0" name="Straight Connector 929">
                    <a:extLst>
                      <a:ext uri="{FF2B5EF4-FFF2-40B4-BE49-F238E27FC236}">
                        <a16:creationId xmlns:a16="http://schemas.microsoft.com/office/drawing/2014/main" id="{D53F1FBE-B85D-4DD4-B81B-64F9D02575A7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1" name="Straight Connector 930">
                    <a:extLst>
                      <a:ext uri="{FF2B5EF4-FFF2-40B4-BE49-F238E27FC236}">
                        <a16:creationId xmlns:a16="http://schemas.microsoft.com/office/drawing/2014/main" id="{EE6C354D-5BB7-4A4A-B26A-091E2DE1B7E6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76" name="Group 875">
                <a:extLst>
                  <a:ext uri="{FF2B5EF4-FFF2-40B4-BE49-F238E27FC236}">
                    <a16:creationId xmlns:a16="http://schemas.microsoft.com/office/drawing/2014/main" id="{3B7C63A7-513D-4DC0-9B4A-22DEEF1A889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6130690">
                <a:off x="12976983" y="16482560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910" name="Straight Connector 909">
                  <a:extLst>
                    <a:ext uri="{FF2B5EF4-FFF2-40B4-BE49-F238E27FC236}">
                      <a16:creationId xmlns:a16="http://schemas.microsoft.com/office/drawing/2014/main" id="{ED856245-D1F0-4FCA-BD65-36A2A08B3FB0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11" name="Group 910">
                  <a:extLst>
                    <a:ext uri="{FF2B5EF4-FFF2-40B4-BE49-F238E27FC236}">
                      <a16:creationId xmlns:a16="http://schemas.microsoft.com/office/drawing/2014/main" id="{21732205-CED5-45DB-B38F-55DA7324B17D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912" name="Straight Connector 911">
                    <a:extLst>
                      <a:ext uri="{FF2B5EF4-FFF2-40B4-BE49-F238E27FC236}">
                        <a16:creationId xmlns:a16="http://schemas.microsoft.com/office/drawing/2014/main" id="{8272430E-4969-43A0-BEE0-F449F91FAB16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3" name="Straight Connector 912">
                    <a:extLst>
                      <a:ext uri="{FF2B5EF4-FFF2-40B4-BE49-F238E27FC236}">
                        <a16:creationId xmlns:a16="http://schemas.microsoft.com/office/drawing/2014/main" id="{10BC6BFC-D65E-4298-9EF3-B4D68C809E3D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4" name="Straight Connector 913">
                    <a:extLst>
                      <a:ext uri="{FF2B5EF4-FFF2-40B4-BE49-F238E27FC236}">
                        <a16:creationId xmlns:a16="http://schemas.microsoft.com/office/drawing/2014/main" id="{F7BB6A81-1880-467B-985E-133A4A04B14C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5" name="Straight Connector 914">
                    <a:extLst>
                      <a:ext uri="{FF2B5EF4-FFF2-40B4-BE49-F238E27FC236}">
                        <a16:creationId xmlns:a16="http://schemas.microsoft.com/office/drawing/2014/main" id="{D35AB69D-6F85-4D62-910A-A6E33140E8E7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6" name="Straight Connector 915">
                    <a:extLst>
                      <a:ext uri="{FF2B5EF4-FFF2-40B4-BE49-F238E27FC236}">
                        <a16:creationId xmlns:a16="http://schemas.microsoft.com/office/drawing/2014/main" id="{B9BEDEF7-5D69-459B-8EF9-ADADA94A94E9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7" name="Straight Connector 916">
                    <a:extLst>
                      <a:ext uri="{FF2B5EF4-FFF2-40B4-BE49-F238E27FC236}">
                        <a16:creationId xmlns:a16="http://schemas.microsoft.com/office/drawing/2014/main" id="{9A92DC63-CD2F-42EE-88C3-E11DE7E85961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8" name="Straight Connector 917">
                    <a:extLst>
                      <a:ext uri="{FF2B5EF4-FFF2-40B4-BE49-F238E27FC236}">
                        <a16:creationId xmlns:a16="http://schemas.microsoft.com/office/drawing/2014/main" id="{B4D7AE4C-6804-404D-82EB-EFA3C3B84AB2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9" name="Straight Connector 918">
                    <a:extLst>
                      <a:ext uri="{FF2B5EF4-FFF2-40B4-BE49-F238E27FC236}">
                        <a16:creationId xmlns:a16="http://schemas.microsoft.com/office/drawing/2014/main" id="{9B0E5B56-F088-4BEF-9B51-B12DB4CED0C7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0" name="Straight Connector 919">
                    <a:extLst>
                      <a:ext uri="{FF2B5EF4-FFF2-40B4-BE49-F238E27FC236}">
                        <a16:creationId xmlns:a16="http://schemas.microsoft.com/office/drawing/2014/main" id="{2E10FDEA-F1BD-4A06-AE00-9406327E6ACE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77" name="Oval 876">
                <a:extLst>
                  <a:ext uri="{FF2B5EF4-FFF2-40B4-BE49-F238E27FC236}">
                    <a16:creationId xmlns:a16="http://schemas.microsoft.com/office/drawing/2014/main" id="{792C2B4A-3E0E-4870-B6E9-EAD066C52CBD}"/>
                  </a:ext>
                </a:extLst>
              </p:cNvPr>
              <p:cNvSpPr/>
              <p:nvPr/>
            </p:nvSpPr>
            <p:spPr>
              <a:xfrm>
                <a:off x="12909178" y="14421881"/>
                <a:ext cx="1042110" cy="10227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8" name="TextBox 877">
                    <a:extLst>
                      <a:ext uri="{FF2B5EF4-FFF2-40B4-BE49-F238E27FC236}">
                        <a16:creationId xmlns:a16="http://schemas.microsoft.com/office/drawing/2014/main" id="{899322AE-B2BD-4C97-AE64-9480BEFD63A8}"/>
                      </a:ext>
                    </a:extLst>
                  </p:cNvPr>
                  <p:cNvSpPr txBox="1"/>
                  <p:nvPr/>
                </p:nvSpPr>
                <p:spPr>
                  <a:xfrm>
                    <a:off x="13845510" y="14165171"/>
                    <a:ext cx="123680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78" name="TextBox 877">
                    <a:extLst>
                      <a:ext uri="{FF2B5EF4-FFF2-40B4-BE49-F238E27FC236}">
                        <a16:creationId xmlns:a16="http://schemas.microsoft.com/office/drawing/2014/main" id="{899322AE-B2BD-4C97-AE64-9480BEFD63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45510" y="14165171"/>
                    <a:ext cx="1236803" cy="52322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79" name="Group 878">
                <a:extLst>
                  <a:ext uri="{FF2B5EF4-FFF2-40B4-BE49-F238E27FC236}">
                    <a16:creationId xmlns:a16="http://schemas.microsoft.com/office/drawing/2014/main" id="{E103470C-BA1F-48D9-AFE2-5A180C5026AA}"/>
                  </a:ext>
                </a:extLst>
              </p:cNvPr>
              <p:cNvGrpSpPr/>
              <p:nvPr/>
            </p:nvGrpSpPr>
            <p:grpSpPr>
              <a:xfrm>
                <a:off x="13054716" y="11550833"/>
                <a:ext cx="652922" cy="720022"/>
                <a:chOff x="36090295" y="3317783"/>
                <a:chExt cx="652922" cy="720022"/>
              </a:xfrm>
            </p:grpSpPr>
            <p:sp>
              <p:nvSpPr>
                <p:cNvPr id="908" name="Rectangle 907">
                  <a:extLst>
                    <a:ext uri="{FF2B5EF4-FFF2-40B4-BE49-F238E27FC236}">
                      <a16:creationId xmlns:a16="http://schemas.microsoft.com/office/drawing/2014/main" id="{EA717118-AF28-4F06-87C6-5D88B533C10B}"/>
                    </a:ext>
                  </a:extLst>
                </p:cNvPr>
                <p:cNvSpPr/>
                <p:nvPr/>
              </p:nvSpPr>
              <p:spPr>
                <a:xfrm rot="5400000" flipV="1">
                  <a:off x="36056044" y="3357924"/>
                  <a:ext cx="714132" cy="64563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87000"/>
                  </a:schemeClr>
                </a:solidFill>
                <a:ln>
                  <a:solidFill>
                    <a:schemeClr val="bg1">
                      <a:lumMod val="65000"/>
                      <a:alpha val="74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/>
                </a:p>
              </p:txBody>
            </p:sp>
            <p:cxnSp>
              <p:nvCxnSpPr>
                <p:cNvPr id="909" name="Straight Connector 908">
                  <a:extLst>
                    <a:ext uri="{FF2B5EF4-FFF2-40B4-BE49-F238E27FC236}">
                      <a16:creationId xmlns:a16="http://schemas.microsoft.com/office/drawing/2014/main" id="{2EBAEFE5-624C-4614-BEFD-B45E16A422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111180" y="3317783"/>
                  <a:ext cx="632037" cy="705577"/>
                </a:xfrm>
                <a:prstGeom prst="line">
                  <a:avLst/>
                </a:prstGeom>
                <a:ln w="19050">
                  <a:solidFill>
                    <a:schemeClr val="bg1">
                      <a:lumMod val="65000"/>
                      <a:alpha val="94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0" name="Rectangle 879">
                <a:extLst>
                  <a:ext uri="{FF2B5EF4-FFF2-40B4-BE49-F238E27FC236}">
                    <a16:creationId xmlns:a16="http://schemas.microsoft.com/office/drawing/2014/main" id="{0D64E28C-8E99-47E7-8F61-A6939FDAE400}"/>
                  </a:ext>
                </a:extLst>
              </p:cNvPr>
              <p:cNvSpPr/>
              <p:nvPr/>
            </p:nvSpPr>
            <p:spPr>
              <a:xfrm>
                <a:off x="12554733" y="10001869"/>
                <a:ext cx="1625938" cy="116650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AOM</a:t>
                </a:r>
              </a:p>
            </p:txBody>
          </p:sp>
          <p:sp>
            <p:nvSpPr>
              <p:cNvPr id="881" name="Rounded Rectangle 175">
                <a:extLst>
                  <a:ext uri="{FF2B5EF4-FFF2-40B4-BE49-F238E27FC236}">
                    <a16:creationId xmlns:a16="http://schemas.microsoft.com/office/drawing/2014/main" id="{252FFC17-8070-45C4-B61D-18CC6AA72148}"/>
                  </a:ext>
                </a:extLst>
              </p:cNvPr>
              <p:cNvSpPr/>
              <p:nvPr/>
            </p:nvSpPr>
            <p:spPr>
              <a:xfrm>
                <a:off x="12869285" y="7281037"/>
                <a:ext cx="1042110" cy="102270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2" name="TextBox 881">
                    <a:extLst>
                      <a:ext uri="{FF2B5EF4-FFF2-40B4-BE49-F238E27FC236}">
                        <a16:creationId xmlns:a16="http://schemas.microsoft.com/office/drawing/2014/main" id="{ABE6F12A-2D3B-437B-AA78-CD78B8A54107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6770" y="6998206"/>
                    <a:ext cx="93584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882" name="TextBox 881">
                    <a:extLst>
                      <a:ext uri="{FF2B5EF4-FFF2-40B4-BE49-F238E27FC236}">
                        <a16:creationId xmlns:a16="http://schemas.microsoft.com/office/drawing/2014/main" id="{ABE6F12A-2D3B-437B-AA78-CD78B8A541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96770" y="6998206"/>
                    <a:ext cx="935840" cy="52322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83" name="Chord 882">
                <a:extLst>
                  <a:ext uri="{FF2B5EF4-FFF2-40B4-BE49-F238E27FC236}">
                    <a16:creationId xmlns:a16="http://schemas.microsoft.com/office/drawing/2014/main" id="{FDCEE136-4F65-4766-9E8A-AC09D04A2F1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936333">
                <a:off x="12570125" y="4876048"/>
                <a:ext cx="1595152" cy="1595152"/>
              </a:xfrm>
              <a:prstGeom prst="chord">
                <a:avLst>
                  <a:gd name="adj1" fmla="val 10380880"/>
                  <a:gd name="adj2" fmla="val 16200000"/>
                </a:avLst>
              </a:prstGeom>
              <a:solidFill>
                <a:schemeClr val="accent4">
                  <a:lumMod val="75000"/>
                  <a:alpha val="49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84" name="Group 883">
                <a:extLst>
                  <a:ext uri="{FF2B5EF4-FFF2-40B4-BE49-F238E27FC236}">
                    <a16:creationId xmlns:a16="http://schemas.microsoft.com/office/drawing/2014/main" id="{159696E8-EA8F-4942-921C-17588718FAD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472635">
                <a:off x="12975741" y="1778258"/>
                <a:ext cx="946187" cy="604732"/>
                <a:chOff x="7039330" y="13503713"/>
                <a:chExt cx="1296295" cy="834079"/>
              </a:xfrm>
            </p:grpSpPr>
            <p:cxnSp>
              <p:nvCxnSpPr>
                <p:cNvPr id="897" name="Straight Connector 896">
                  <a:extLst>
                    <a:ext uri="{FF2B5EF4-FFF2-40B4-BE49-F238E27FC236}">
                      <a16:creationId xmlns:a16="http://schemas.microsoft.com/office/drawing/2014/main" id="{520EB69E-432F-4C33-A1F6-E6F17BD1E08B}"/>
                    </a:ext>
                  </a:extLst>
                </p:cNvPr>
                <p:cNvCxnSpPr/>
                <p:nvPr/>
              </p:nvCxnSpPr>
              <p:spPr>
                <a:xfrm>
                  <a:off x="7039330" y="13553766"/>
                  <a:ext cx="1130260" cy="784026"/>
                </a:xfrm>
                <a:prstGeom prst="line">
                  <a:avLst/>
                </a:prstGeom>
                <a:ln w="57150" cmpd="thinThick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98" name="Group 897">
                  <a:extLst>
                    <a:ext uri="{FF2B5EF4-FFF2-40B4-BE49-F238E27FC236}">
                      <a16:creationId xmlns:a16="http://schemas.microsoft.com/office/drawing/2014/main" id="{73F2D60A-277B-48B5-AFCC-5601F242541C}"/>
                    </a:ext>
                  </a:extLst>
                </p:cNvPr>
                <p:cNvGrpSpPr/>
                <p:nvPr/>
              </p:nvGrpSpPr>
              <p:grpSpPr>
                <a:xfrm rot="21183092">
                  <a:off x="7095113" y="13503713"/>
                  <a:ext cx="1240512" cy="743914"/>
                  <a:chOff x="7069902" y="13560860"/>
                  <a:chExt cx="2013138" cy="929533"/>
                </a:xfrm>
              </p:grpSpPr>
              <p:cxnSp>
                <p:nvCxnSpPr>
                  <p:cNvPr id="899" name="Straight Connector 898">
                    <a:extLst>
                      <a:ext uri="{FF2B5EF4-FFF2-40B4-BE49-F238E27FC236}">
                        <a16:creationId xmlns:a16="http://schemas.microsoft.com/office/drawing/2014/main" id="{80B15748-8387-4D14-BFCB-CF6C55FCC740}"/>
                      </a:ext>
                    </a:extLst>
                  </p:cNvPr>
                  <p:cNvCxnSpPr/>
                  <p:nvPr/>
                </p:nvCxnSpPr>
                <p:spPr>
                  <a:xfrm>
                    <a:off x="7069902" y="1356086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0" name="Straight Connector 899">
                    <a:extLst>
                      <a:ext uri="{FF2B5EF4-FFF2-40B4-BE49-F238E27FC236}">
                        <a16:creationId xmlns:a16="http://schemas.microsoft.com/office/drawing/2014/main" id="{E0710F33-FB27-4E73-96B7-E7CB53239B32}"/>
                      </a:ext>
                    </a:extLst>
                  </p:cNvPr>
                  <p:cNvCxnSpPr/>
                  <p:nvPr/>
                </p:nvCxnSpPr>
                <p:spPr>
                  <a:xfrm>
                    <a:off x="7398569" y="1379440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1" name="Straight Connector 900">
                    <a:extLst>
                      <a:ext uri="{FF2B5EF4-FFF2-40B4-BE49-F238E27FC236}">
                        <a16:creationId xmlns:a16="http://schemas.microsoft.com/office/drawing/2014/main" id="{C3B00A62-F502-46A4-BC83-8D97E9B6A127}"/>
                      </a:ext>
                    </a:extLst>
                  </p:cNvPr>
                  <p:cNvCxnSpPr/>
                  <p:nvPr/>
                </p:nvCxnSpPr>
                <p:spPr>
                  <a:xfrm>
                    <a:off x="7731840" y="1402668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2" name="Straight Connector 901">
                    <a:extLst>
                      <a:ext uri="{FF2B5EF4-FFF2-40B4-BE49-F238E27FC236}">
                        <a16:creationId xmlns:a16="http://schemas.microsoft.com/office/drawing/2014/main" id="{D4412B09-A2D4-4561-A5B6-91BC5B6C154B}"/>
                      </a:ext>
                    </a:extLst>
                  </p:cNvPr>
                  <p:cNvCxnSpPr/>
                  <p:nvPr/>
                </p:nvCxnSpPr>
                <p:spPr>
                  <a:xfrm>
                    <a:off x="7915581" y="14148990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3" name="Straight Connector 902">
                    <a:extLst>
                      <a:ext uri="{FF2B5EF4-FFF2-40B4-BE49-F238E27FC236}">
                        <a16:creationId xmlns:a16="http://schemas.microsoft.com/office/drawing/2014/main" id="{28E64F91-3C66-4250-AE54-1C618C02FCF8}"/>
                      </a:ext>
                    </a:extLst>
                  </p:cNvPr>
                  <p:cNvCxnSpPr/>
                  <p:nvPr/>
                </p:nvCxnSpPr>
                <p:spPr>
                  <a:xfrm>
                    <a:off x="7575567" y="1390459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4" name="Straight Connector 903">
                    <a:extLst>
                      <a:ext uri="{FF2B5EF4-FFF2-40B4-BE49-F238E27FC236}">
                        <a16:creationId xmlns:a16="http://schemas.microsoft.com/office/drawing/2014/main" id="{75FDD24D-3993-4117-A3B8-401997B4FD37}"/>
                      </a:ext>
                    </a:extLst>
                  </p:cNvPr>
                  <p:cNvCxnSpPr/>
                  <p:nvPr/>
                </p:nvCxnSpPr>
                <p:spPr>
                  <a:xfrm>
                    <a:off x="7246900" y="13686419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5" name="Straight Connector 904">
                    <a:extLst>
                      <a:ext uri="{FF2B5EF4-FFF2-40B4-BE49-F238E27FC236}">
                        <a16:creationId xmlns:a16="http://schemas.microsoft.com/office/drawing/2014/main" id="{9C57D74E-6A95-4BBE-84EF-6DF177D72281}"/>
                      </a:ext>
                    </a:extLst>
                  </p:cNvPr>
                  <p:cNvCxnSpPr/>
                  <p:nvPr/>
                </p:nvCxnSpPr>
                <p:spPr>
                  <a:xfrm>
                    <a:off x="8083217" y="14260206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6" name="Straight Connector 905">
                    <a:extLst>
                      <a:ext uri="{FF2B5EF4-FFF2-40B4-BE49-F238E27FC236}">
                        <a16:creationId xmlns:a16="http://schemas.microsoft.com/office/drawing/2014/main" id="{8778C2AA-E63D-4523-92C0-05F90575CDA8}"/>
                      </a:ext>
                    </a:extLst>
                  </p:cNvPr>
                  <p:cNvCxnSpPr/>
                  <p:nvPr/>
                </p:nvCxnSpPr>
                <p:spPr>
                  <a:xfrm>
                    <a:off x="8232896" y="14370640"/>
                    <a:ext cx="657328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7" name="Straight Connector 906">
                    <a:extLst>
                      <a:ext uri="{FF2B5EF4-FFF2-40B4-BE49-F238E27FC236}">
                        <a16:creationId xmlns:a16="http://schemas.microsoft.com/office/drawing/2014/main" id="{A64AF160-B8ED-4B87-8D53-14194742646F}"/>
                      </a:ext>
                    </a:extLst>
                  </p:cNvPr>
                  <p:cNvCxnSpPr/>
                  <p:nvPr/>
                </p:nvCxnSpPr>
                <p:spPr>
                  <a:xfrm>
                    <a:off x="8425711" y="14490393"/>
                    <a:ext cx="657329" cy="0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85" name="Group 884">
                <a:extLst>
                  <a:ext uri="{FF2B5EF4-FFF2-40B4-BE49-F238E27FC236}">
                    <a16:creationId xmlns:a16="http://schemas.microsoft.com/office/drawing/2014/main" id="{71A38E3D-BA48-410F-9D03-3B9B625E83FC}"/>
                  </a:ext>
                </a:extLst>
              </p:cNvPr>
              <p:cNvGrpSpPr/>
              <p:nvPr/>
            </p:nvGrpSpPr>
            <p:grpSpPr>
              <a:xfrm rot="16200000">
                <a:off x="9899845" y="19266658"/>
                <a:ext cx="1953291" cy="1251081"/>
                <a:chOff x="9479527" y="19305104"/>
                <a:chExt cx="1953291" cy="1251081"/>
              </a:xfrm>
            </p:grpSpPr>
            <p:sp>
              <p:nvSpPr>
                <p:cNvPr id="895" name="Freeform 494">
                  <a:extLst>
                    <a:ext uri="{FF2B5EF4-FFF2-40B4-BE49-F238E27FC236}">
                      <a16:creationId xmlns:a16="http://schemas.microsoft.com/office/drawing/2014/main" id="{6696AEB1-FDBE-4387-9D8E-060B2A1A3ACE}"/>
                    </a:ext>
                  </a:extLst>
                </p:cNvPr>
                <p:cNvSpPr/>
                <p:nvPr/>
              </p:nvSpPr>
              <p:spPr>
                <a:xfrm rot="1563107" flipH="1">
                  <a:off x="9479527" y="19659136"/>
                  <a:ext cx="1037219" cy="670661"/>
                </a:xfrm>
                <a:custGeom>
                  <a:avLst/>
                  <a:gdLst>
                    <a:gd name="connsiteX0" fmla="*/ 0 w 262484"/>
                    <a:gd name="connsiteY0" fmla="*/ 146546 h 209479"/>
                    <a:gd name="connsiteX1" fmla="*/ 79248 w 262484"/>
                    <a:gd name="connsiteY1" fmla="*/ 242 h 209479"/>
                    <a:gd name="connsiteX2" fmla="*/ 42672 w 262484"/>
                    <a:gd name="connsiteY2" fmla="*/ 177026 h 209479"/>
                    <a:gd name="connsiteX3" fmla="*/ 134112 w 262484"/>
                    <a:gd name="connsiteY3" fmla="*/ 30722 h 209479"/>
                    <a:gd name="connsiteX4" fmla="*/ 109728 w 262484"/>
                    <a:gd name="connsiteY4" fmla="*/ 189218 h 209479"/>
                    <a:gd name="connsiteX5" fmla="*/ 182880 w 262484"/>
                    <a:gd name="connsiteY5" fmla="*/ 73394 h 209479"/>
                    <a:gd name="connsiteX6" fmla="*/ 188976 w 262484"/>
                    <a:gd name="connsiteY6" fmla="*/ 158738 h 209479"/>
                    <a:gd name="connsiteX7" fmla="*/ 256032 w 262484"/>
                    <a:gd name="connsiteY7" fmla="*/ 207506 h 209479"/>
                    <a:gd name="connsiteX8" fmla="*/ 256032 w 262484"/>
                    <a:gd name="connsiteY8" fmla="*/ 195314 h 209479"/>
                    <a:gd name="connsiteX0" fmla="*/ 0 w 300512"/>
                    <a:gd name="connsiteY0" fmla="*/ 146546 h 223411"/>
                    <a:gd name="connsiteX1" fmla="*/ 79248 w 300512"/>
                    <a:gd name="connsiteY1" fmla="*/ 242 h 223411"/>
                    <a:gd name="connsiteX2" fmla="*/ 42672 w 300512"/>
                    <a:gd name="connsiteY2" fmla="*/ 177026 h 223411"/>
                    <a:gd name="connsiteX3" fmla="*/ 134112 w 300512"/>
                    <a:gd name="connsiteY3" fmla="*/ 30722 h 223411"/>
                    <a:gd name="connsiteX4" fmla="*/ 109728 w 300512"/>
                    <a:gd name="connsiteY4" fmla="*/ 189218 h 223411"/>
                    <a:gd name="connsiteX5" fmla="*/ 182880 w 300512"/>
                    <a:gd name="connsiteY5" fmla="*/ 73394 h 223411"/>
                    <a:gd name="connsiteX6" fmla="*/ 188976 w 300512"/>
                    <a:gd name="connsiteY6" fmla="*/ 158738 h 223411"/>
                    <a:gd name="connsiteX7" fmla="*/ 256032 w 300512"/>
                    <a:gd name="connsiteY7" fmla="*/ 207506 h 223411"/>
                    <a:gd name="connsiteX8" fmla="*/ 299847 w 300512"/>
                    <a:gd name="connsiteY8" fmla="*/ 220079 h 223411"/>
                    <a:gd name="connsiteX0" fmla="*/ 0 w 256032"/>
                    <a:gd name="connsiteY0" fmla="*/ 146546 h 207506"/>
                    <a:gd name="connsiteX1" fmla="*/ 79248 w 256032"/>
                    <a:gd name="connsiteY1" fmla="*/ 242 h 207506"/>
                    <a:gd name="connsiteX2" fmla="*/ 42672 w 256032"/>
                    <a:gd name="connsiteY2" fmla="*/ 177026 h 207506"/>
                    <a:gd name="connsiteX3" fmla="*/ 134112 w 256032"/>
                    <a:gd name="connsiteY3" fmla="*/ 30722 h 207506"/>
                    <a:gd name="connsiteX4" fmla="*/ 109728 w 256032"/>
                    <a:gd name="connsiteY4" fmla="*/ 189218 h 207506"/>
                    <a:gd name="connsiteX5" fmla="*/ 182880 w 256032"/>
                    <a:gd name="connsiteY5" fmla="*/ 73394 h 207506"/>
                    <a:gd name="connsiteX6" fmla="*/ 188976 w 256032"/>
                    <a:gd name="connsiteY6" fmla="*/ 158738 h 207506"/>
                    <a:gd name="connsiteX7" fmla="*/ 256032 w 256032"/>
                    <a:gd name="connsiteY7" fmla="*/ 207506 h 207506"/>
                    <a:gd name="connsiteX0" fmla="*/ 0 w 275082"/>
                    <a:gd name="connsiteY0" fmla="*/ 140948 h 207623"/>
                    <a:gd name="connsiteX1" fmla="*/ 98298 w 275082"/>
                    <a:gd name="connsiteY1" fmla="*/ 359 h 207623"/>
                    <a:gd name="connsiteX2" fmla="*/ 61722 w 275082"/>
                    <a:gd name="connsiteY2" fmla="*/ 177143 h 207623"/>
                    <a:gd name="connsiteX3" fmla="*/ 153162 w 275082"/>
                    <a:gd name="connsiteY3" fmla="*/ 30839 h 207623"/>
                    <a:gd name="connsiteX4" fmla="*/ 128778 w 275082"/>
                    <a:gd name="connsiteY4" fmla="*/ 189335 h 207623"/>
                    <a:gd name="connsiteX5" fmla="*/ 201930 w 275082"/>
                    <a:gd name="connsiteY5" fmla="*/ 73511 h 207623"/>
                    <a:gd name="connsiteX6" fmla="*/ 208026 w 275082"/>
                    <a:gd name="connsiteY6" fmla="*/ 158855 h 207623"/>
                    <a:gd name="connsiteX7" fmla="*/ 275082 w 275082"/>
                    <a:gd name="connsiteY7" fmla="*/ 207623 h 207623"/>
                    <a:gd name="connsiteX0" fmla="*/ 0 w 275082"/>
                    <a:gd name="connsiteY0" fmla="*/ 139053 h 205728"/>
                    <a:gd name="connsiteX1" fmla="*/ 94488 w 275082"/>
                    <a:gd name="connsiteY1" fmla="*/ 369 h 205728"/>
                    <a:gd name="connsiteX2" fmla="*/ 61722 w 275082"/>
                    <a:gd name="connsiteY2" fmla="*/ 175248 h 205728"/>
                    <a:gd name="connsiteX3" fmla="*/ 153162 w 275082"/>
                    <a:gd name="connsiteY3" fmla="*/ 28944 h 205728"/>
                    <a:gd name="connsiteX4" fmla="*/ 128778 w 275082"/>
                    <a:gd name="connsiteY4" fmla="*/ 187440 h 205728"/>
                    <a:gd name="connsiteX5" fmla="*/ 201930 w 275082"/>
                    <a:gd name="connsiteY5" fmla="*/ 71616 h 205728"/>
                    <a:gd name="connsiteX6" fmla="*/ 208026 w 275082"/>
                    <a:gd name="connsiteY6" fmla="*/ 156960 h 205728"/>
                    <a:gd name="connsiteX7" fmla="*/ 275082 w 275082"/>
                    <a:gd name="connsiteY7" fmla="*/ 205728 h 205728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53162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8778 w 275082"/>
                    <a:gd name="connsiteY4" fmla="*/ 18725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62687 w 275082"/>
                    <a:gd name="connsiteY3" fmla="*/ 2875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26873 w 275082"/>
                    <a:gd name="connsiteY4" fmla="*/ 19677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07823 w 275082"/>
                    <a:gd name="connsiteY4" fmla="*/ 192967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201930 w 275082"/>
                    <a:gd name="connsiteY5" fmla="*/ 7142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4310 w 275082"/>
                    <a:gd name="connsiteY5" fmla="*/ 5999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208026 w 275082"/>
                    <a:gd name="connsiteY6" fmla="*/ 156772 h 205540"/>
                    <a:gd name="connsiteX7" fmla="*/ 275082 w 275082"/>
                    <a:gd name="connsiteY7" fmla="*/ 205540 h 205540"/>
                    <a:gd name="connsiteX0" fmla="*/ 0 w 275082"/>
                    <a:gd name="connsiteY0" fmla="*/ 138865 h 205540"/>
                    <a:gd name="connsiteX1" fmla="*/ 94488 w 275082"/>
                    <a:gd name="connsiteY1" fmla="*/ 181 h 205540"/>
                    <a:gd name="connsiteX2" fmla="*/ 52197 w 275082"/>
                    <a:gd name="connsiteY2" fmla="*/ 163630 h 205540"/>
                    <a:gd name="connsiteX3" fmla="*/ 143637 w 275082"/>
                    <a:gd name="connsiteY3" fmla="*/ 24946 h 205540"/>
                    <a:gd name="connsiteX4" fmla="*/ 111633 w 275082"/>
                    <a:gd name="connsiteY4" fmla="*/ 191062 h 205540"/>
                    <a:gd name="connsiteX5" fmla="*/ 198120 w 275082"/>
                    <a:gd name="connsiteY5" fmla="*/ 63808 h 205540"/>
                    <a:gd name="connsiteX6" fmla="*/ 192786 w 275082"/>
                    <a:gd name="connsiteY6" fmla="*/ 170107 h 205540"/>
                    <a:gd name="connsiteX7" fmla="*/ 275082 w 275082"/>
                    <a:gd name="connsiteY7" fmla="*/ 205540 h 205540"/>
                    <a:gd name="connsiteX0" fmla="*/ 0 w 267462"/>
                    <a:gd name="connsiteY0" fmla="*/ 138865 h 216970"/>
                    <a:gd name="connsiteX1" fmla="*/ 94488 w 267462"/>
                    <a:gd name="connsiteY1" fmla="*/ 181 h 216970"/>
                    <a:gd name="connsiteX2" fmla="*/ 52197 w 267462"/>
                    <a:gd name="connsiteY2" fmla="*/ 163630 h 216970"/>
                    <a:gd name="connsiteX3" fmla="*/ 143637 w 267462"/>
                    <a:gd name="connsiteY3" fmla="*/ 24946 h 216970"/>
                    <a:gd name="connsiteX4" fmla="*/ 111633 w 267462"/>
                    <a:gd name="connsiteY4" fmla="*/ 191062 h 216970"/>
                    <a:gd name="connsiteX5" fmla="*/ 198120 w 267462"/>
                    <a:gd name="connsiteY5" fmla="*/ 63808 h 216970"/>
                    <a:gd name="connsiteX6" fmla="*/ 192786 w 267462"/>
                    <a:gd name="connsiteY6" fmla="*/ 170107 h 216970"/>
                    <a:gd name="connsiteX7" fmla="*/ 267462 w 267462"/>
                    <a:gd name="connsiteY7" fmla="*/ 216970 h 216970"/>
                    <a:gd name="connsiteX0" fmla="*/ 6703 w 274165"/>
                    <a:gd name="connsiteY0" fmla="*/ 138755 h 216860"/>
                    <a:gd name="connsiteX1" fmla="*/ 7084 w 274165"/>
                    <a:gd name="connsiteY1" fmla="*/ 142946 h 216860"/>
                    <a:gd name="connsiteX2" fmla="*/ 101191 w 274165"/>
                    <a:gd name="connsiteY2" fmla="*/ 71 h 216860"/>
                    <a:gd name="connsiteX3" fmla="*/ 58900 w 274165"/>
                    <a:gd name="connsiteY3" fmla="*/ 163520 h 216860"/>
                    <a:gd name="connsiteX4" fmla="*/ 150340 w 274165"/>
                    <a:gd name="connsiteY4" fmla="*/ 24836 h 216860"/>
                    <a:gd name="connsiteX5" fmla="*/ 118336 w 274165"/>
                    <a:gd name="connsiteY5" fmla="*/ 190952 h 216860"/>
                    <a:gd name="connsiteX6" fmla="*/ 204823 w 274165"/>
                    <a:gd name="connsiteY6" fmla="*/ 63698 h 216860"/>
                    <a:gd name="connsiteX7" fmla="*/ 199489 w 274165"/>
                    <a:gd name="connsiteY7" fmla="*/ 169997 h 216860"/>
                    <a:gd name="connsiteX8" fmla="*/ 274165 w 274165"/>
                    <a:gd name="connsiteY8" fmla="*/ 216860 h 216860"/>
                    <a:gd name="connsiteX0" fmla="*/ 6703 w 274165"/>
                    <a:gd name="connsiteY0" fmla="*/ 138865 h 216970"/>
                    <a:gd name="connsiteX1" fmla="*/ 7084 w 274165"/>
                    <a:gd name="connsiteY1" fmla="*/ 131626 h 216970"/>
                    <a:gd name="connsiteX2" fmla="*/ 101191 w 274165"/>
                    <a:gd name="connsiteY2" fmla="*/ 181 h 216970"/>
                    <a:gd name="connsiteX3" fmla="*/ 58900 w 274165"/>
                    <a:gd name="connsiteY3" fmla="*/ 163630 h 216970"/>
                    <a:gd name="connsiteX4" fmla="*/ 150340 w 274165"/>
                    <a:gd name="connsiteY4" fmla="*/ 24946 h 216970"/>
                    <a:gd name="connsiteX5" fmla="*/ 118336 w 274165"/>
                    <a:gd name="connsiteY5" fmla="*/ 191062 h 216970"/>
                    <a:gd name="connsiteX6" fmla="*/ 204823 w 274165"/>
                    <a:gd name="connsiteY6" fmla="*/ 63808 h 216970"/>
                    <a:gd name="connsiteX7" fmla="*/ 199489 w 274165"/>
                    <a:gd name="connsiteY7" fmla="*/ 170107 h 216970"/>
                    <a:gd name="connsiteX8" fmla="*/ 274165 w 274165"/>
                    <a:gd name="connsiteY8" fmla="*/ 216970 h 216970"/>
                    <a:gd name="connsiteX0" fmla="*/ 24483 w 291945"/>
                    <a:gd name="connsiteY0" fmla="*/ 138865 h 216970"/>
                    <a:gd name="connsiteX1" fmla="*/ 24864 w 291945"/>
                    <a:gd name="connsiteY1" fmla="*/ 131626 h 216970"/>
                    <a:gd name="connsiteX2" fmla="*/ 118971 w 291945"/>
                    <a:gd name="connsiteY2" fmla="*/ 181 h 216970"/>
                    <a:gd name="connsiteX3" fmla="*/ 76680 w 291945"/>
                    <a:gd name="connsiteY3" fmla="*/ 163630 h 216970"/>
                    <a:gd name="connsiteX4" fmla="*/ 168120 w 291945"/>
                    <a:gd name="connsiteY4" fmla="*/ 24946 h 216970"/>
                    <a:gd name="connsiteX5" fmla="*/ 136116 w 291945"/>
                    <a:gd name="connsiteY5" fmla="*/ 191062 h 216970"/>
                    <a:gd name="connsiteX6" fmla="*/ 222603 w 291945"/>
                    <a:gd name="connsiteY6" fmla="*/ 63808 h 216970"/>
                    <a:gd name="connsiteX7" fmla="*/ 217269 w 291945"/>
                    <a:gd name="connsiteY7" fmla="*/ 170107 h 216970"/>
                    <a:gd name="connsiteX8" fmla="*/ 291945 w 291945"/>
                    <a:gd name="connsiteY8" fmla="*/ 216970 h 216970"/>
                    <a:gd name="connsiteX0" fmla="*/ 11607 w 279069"/>
                    <a:gd name="connsiteY0" fmla="*/ 138890 h 216995"/>
                    <a:gd name="connsiteX1" fmla="*/ 31038 w 279069"/>
                    <a:gd name="connsiteY1" fmla="*/ 129746 h 216995"/>
                    <a:gd name="connsiteX2" fmla="*/ 106095 w 279069"/>
                    <a:gd name="connsiteY2" fmla="*/ 206 h 216995"/>
                    <a:gd name="connsiteX3" fmla="*/ 63804 w 279069"/>
                    <a:gd name="connsiteY3" fmla="*/ 163655 h 216995"/>
                    <a:gd name="connsiteX4" fmla="*/ 155244 w 279069"/>
                    <a:gd name="connsiteY4" fmla="*/ 24971 h 216995"/>
                    <a:gd name="connsiteX5" fmla="*/ 123240 w 279069"/>
                    <a:gd name="connsiteY5" fmla="*/ 191087 h 216995"/>
                    <a:gd name="connsiteX6" fmla="*/ 209727 w 279069"/>
                    <a:gd name="connsiteY6" fmla="*/ 63833 h 216995"/>
                    <a:gd name="connsiteX7" fmla="*/ 204393 w 279069"/>
                    <a:gd name="connsiteY7" fmla="*/ 170132 h 216995"/>
                    <a:gd name="connsiteX8" fmla="*/ 279069 w 279069"/>
                    <a:gd name="connsiteY8" fmla="*/ 216995 h 216995"/>
                    <a:gd name="connsiteX0" fmla="*/ 15180 w 276927"/>
                    <a:gd name="connsiteY0" fmla="*/ 51260 h 216995"/>
                    <a:gd name="connsiteX1" fmla="*/ 28896 w 276927"/>
                    <a:gd name="connsiteY1" fmla="*/ 129746 h 216995"/>
                    <a:gd name="connsiteX2" fmla="*/ 103953 w 276927"/>
                    <a:gd name="connsiteY2" fmla="*/ 206 h 216995"/>
                    <a:gd name="connsiteX3" fmla="*/ 61662 w 276927"/>
                    <a:gd name="connsiteY3" fmla="*/ 163655 h 216995"/>
                    <a:gd name="connsiteX4" fmla="*/ 153102 w 276927"/>
                    <a:gd name="connsiteY4" fmla="*/ 24971 h 216995"/>
                    <a:gd name="connsiteX5" fmla="*/ 121098 w 276927"/>
                    <a:gd name="connsiteY5" fmla="*/ 191087 h 216995"/>
                    <a:gd name="connsiteX6" fmla="*/ 207585 w 276927"/>
                    <a:gd name="connsiteY6" fmla="*/ 63833 h 216995"/>
                    <a:gd name="connsiteX7" fmla="*/ 202251 w 276927"/>
                    <a:gd name="connsiteY7" fmla="*/ 170132 h 216995"/>
                    <a:gd name="connsiteX8" fmla="*/ 276927 w 276927"/>
                    <a:gd name="connsiteY8" fmla="*/ 216995 h 216995"/>
                    <a:gd name="connsiteX0" fmla="*/ 34758 w 296505"/>
                    <a:gd name="connsiteY0" fmla="*/ 51155 h 216890"/>
                    <a:gd name="connsiteX1" fmla="*/ 21804 w 296505"/>
                    <a:gd name="connsiteY1" fmla="*/ 139166 h 216890"/>
                    <a:gd name="connsiteX2" fmla="*/ 123531 w 296505"/>
                    <a:gd name="connsiteY2" fmla="*/ 101 h 216890"/>
                    <a:gd name="connsiteX3" fmla="*/ 81240 w 296505"/>
                    <a:gd name="connsiteY3" fmla="*/ 163550 h 216890"/>
                    <a:gd name="connsiteX4" fmla="*/ 172680 w 296505"/>
                    <a:gd name="connsiteY4" fmla="*/ 24866 h 216890"/>
                    <a:gd name="connsiteX5" fmla="*/ 140676 w 296505"/>
                    <a:gd name="connsiteY5" fmla="*/ 190982 h 216890"/>
                    <a:gd name="connsiteX6" fmla="*/ 227163 w 296505"/>
                    <a:gd name="connsiteY6" fmla="*/ 63728 h 216890"/>
                    <a:gd name="connsiteX7" fmla="*/ 221829 w 296505"/>
                    <a:gd name="connsiteY7" fmla="*/ 170027 h 216890"/>
                    <a:gd name="connsiteX8" fmla="*/ 296505 w 296505"/>
                    <a:gd name="connsiteY8" fmla="*/ 216890 h 216890"/>
                    <a:gd name="connsiteX0" fmla="*/ 1399 w 318391"/>
                    <a:gd name="connsiteY0" fmla="*/ 85445 h 216890"/>
                    <a:gd name="connsiteX1" fmla="*/ 43690 w 318391"/>
                    <a:gd name="connsiteY1" fmla="*/ 139166 h 216890"/>
                    <a:gd name="connsiteX2" fmla="*/ 145417 w 318391"/>
                    <a:gd name="connsiteY2" fmla="*/ 101 h 216890"/>
                    <a:gd name="connsiteX3" fmla="*/ 103126 w 318391"/>
                    <a:gd name="connsiteY3" fmla="*/ 163550 h 216890"/>
                    <a:gd name="connsiteX4" fmla="*/ 194566 w 318391"/>
                    <a:gd name="connsiteY4" fmla="*/ 24866 h 216890"/>
                    <a:gd name="connsiteX5" fmla="*/ 162562 w 318391"/>
                    <a:gd name="connsiteY5" fmla="*/ 190982 h 216890"/>
                    <a:gd name="connsiteX6" fmla="*/ 249049 w 318391"/>
                    <a:gd name="connsiteY6" fmla="*/ 63728 h 216890"/>
                    <a:gd name="connsiteX7" fmla="*/ 243715 w 318391"/>
                    <a:gd name="connsiteY7" fmla="*/ 170027 h 216890"/>
                    <a:gd name="connsiteX8" fmla="*/ 318391 w 318391"/>
                    <a:gd name="connsiteY8" fmla="*/ 216890 h 216890"/>
                    <a:gd name="connsiteX0" fmla="*/ 5949 w 322941"/>
                    <a:gd name="connsiteY0" fmla="*/ 85445 h 216890"/>
                    <a:gd name="connsiteX1" fmla="*/ 2521 w 322941"/>
                    <a:gd name="connsiteY1" fmla="*/ 89636 h 216890"/>
                    <a:gd name="connsiteX2" fmla="*/ 48240 w 322941"/>
                    <a:gd name="connsiteY2" fmla="*/ 139166 h 216890"/>
                    <a:gd name="connsiteX3" fmla="*/ 149967 w 322941"/>
                    <a:gd name="connsiteY3" fmla="*/ 101 h 216890"/>
                    <a:gd name="connsiteX4" fmla="*/ 107676 w 322941"/>
                    <a:gd name="connsiteY4" fmla="*/ 163550 h 216890"/>
                    <a:gd name="connsiteX5" fmla="*/ 199116 w 322941"/>
                    <a:gd name="connsiteY5" fmla="*/ 24866 h 216890"/>
                    <a:gd name="connsiteX6" fmla="*/ 167112 w 322941"/>
                    <a:gd name="connsiteY6" fmla="*/ 190982 h 216890"/>
                    <a:gd name="connsiteX7" fmla="*/ 253599 w 322941"/>
                    <a:gd name="connsiteY7" fmla="*/ 63728 h 216890"/>
                    <a:gd name="connsiteX8" fmla="*/ 248265 w 322941"/>
                    <a:gd name="connsiteY8" fmla="*/ 170027 h 216890"/>
                    <a:gd name="connsiteX9" fmla="*/ 322941 w 322941"/>
                    <a:gd name="connsiteY9" fmla="*/ 216890 h 216890"/>
                    <a:gd name="connsiteX0" fmla="*/ 8 w 317000"/>
                    <a:gd name="connsiteY0" fmla="*/ 85445 h 216890"/>
                    <a:gd name="connsiteX1" fmla="*/ 40395 w 317000"/>
                    <a:gd name="connsiteY1" fmla="*/ 53441 h 216890"/>
                    <a:gd name="connsiteX2" fmla="*/ 42299 w 317000"/>
                    <a:gd name="connsiteY2" fmla="*/ 139166 h 216890"/>
                    <a:gd name="connsiteX3" fmla="*/ 144026 w 317000"/>
                    <a:gd name="connsiteY3" fmla="*/ 101 h 216890"/>
                    <a:gd name="connsiteX4" fmla="*/ 101735 w 317000"/>
                    <a:gd name="connsiteY4" fmla="*/ 163550 h 216890"/>
                    <a:gd name="connsiteX5" fmla="*/ 193175 w 317000"/>
                    <a:gd name="connsiteY5" fmla="*/ 24866 h 216890"/>
                    <a:gd name="connsiteX6" fmla="*/ 161171 w 317000"/>
                    <a:gd name="connsiteY6" fmla="*/ 190982 h 216890"/>
                    <a:gd name="connsiteX7" fmla="*/ 247658 w 317000"/>
                    <a:gd name="connsiteY7" fmla="*/ 63728 h 216890"/>
                    <a:gd name="connsiteX8" fmla="*/ 242324 w 317000"/>
                    <a:gd name="connsiteY8" fmla="*/ 170027 h 216890"/>
                    <a:gd name="connsiteX9" fmla="*/ 317000 w 317000"/>
                    <a:gd name="connsiteY9" fmla="*/ 216890 h 216890"/>
                    <a:gd name="connsiteX0" fmla="*/ 16284 w 333276"/>
                    <a:gd name="connsiteY0" fmla="*/ 85445 h 216890"/>
                    <a:gd name="connsiteX1" fmla="*/ 1426 w 333276"/>
                    <a:gd name="connsiteY1" fmla="*/ 110591 h 216890"/>
                    <a:gd name="connsiteX2" fmla="*/ 58575 w 333276"/>
                    <a:gd name="connsiteY2" fmla="*/ 139166 h 216890"/>
                    <a:gd name="connsiteX3" fmla="*/ 160302 w 333276"/>
                    <a:gd name="connsiteY3" fmla="*/ 101 h 216890"/>
                    <a:gd name="connsiteX4" fmla="*/ 118011 w 333276"/>
                    <a:gd name="connsiteY4" fmla="*/ 163550 h 216890"/>
                    <a:gd name="connsiteX5" fmla="*/ 209451 w 333276"/>
                    <a:gd name="connsiteY5" fmla="*/ 24866 h 216890"/>
                    <a:gd name="connsiteX6" fmla="*/ 177447 w 333276"/>
                    <a:gd name="connsiteY6" fmla="*/ 190982 h 216890"/>
                    <a:gd name="connsiteX7" fmla="*/ 263934 w 333276"/>
                    <a:gd name="connsiteY7" fmla="*/ 63728 h 216890"/>
                    <a:gd name="connsiteX8" fmla="*/ 258600 w 333276"/>
                    <a:gd name="connsiteY8" fmla="*/ 170027 h 216890"/>
                    <a:gd name="connsiteX9" fmla="*/ 333276 w 333276"/>
                    <a:gd name="connsiteY9" fmla="*/ 216890 h 216890"/>
                    <a:gd name="connsiteX0" fmla="*/ 66774 w 332331"/>
                    <a:gd name="connsiteY0" fmla="*/ 9245 h 216890"/>
                    <a:gd name="connsiteX1" fmla="*/ 481 w 332331"/>
                    <a:gd name="connsiteY1" fmla="*/ 110591 h 216890"/>
                    <a:gd name="connsiteX2" fmla="*/ 57630 w 332331"/>
                    <a:gd name="connsiteY2" fmla="*/ 139166 h 216890"/>
                    <a:gd name="connsiteX3" fmla="*/ 159357 w 332331"/>
                    <a:gd name="connsiteY3" fmla="*/ 101 h 216890"/>
                    <a:gd name="connsiteX4" fmla="*/ 117066 w 332331"/>
                    <a:gd name="connsiteY4" fmla="*/ 163550 h 216890"/>
                    <a:gd name="connsiteX5" fmla="*/ 208506 w 332331"/>
                    <a:gd name="connsiteY5" fmla="*/ 24866 h 216890"/>
                    <a:gd name="connsiteX6" fmla="*/ 176502 w 332331"/>
                    <a:gd name="connsiteY6" fmla="*/ 190982 h 216890"/>
                    <a:gd name="connsiteX7" fmla="*/ 262989 w 332331"/>
                    <a:gd name="connsiteY7" fmla="*/ 63728 h 216890"/>
                    <a:gd name="connsiteX8" fmla="*/ 257655 w 332331"/>
                    <a:gd name="connsiteY8" fmla="*/ 170027 h 216890"/>
                    <a:gd name="connsiteX9" fmla="*/ 332331 w 332331"/>
                    <a:gd name="connsiteY9" fmla="*/ 216890 h 216890"/>
                    <a:gd name="connsiteX0" fmla="*/ 19501 w 285058"/>
                    <a:gd name="connsiteY0" fmla="*/ 9245 h 216890"/>
                    <a:gd name="connsiteX1" fmla="*/ 6548 w 285058"/>
                    <a:gd name="connsiteY1" fmla="*/ 70586 h 216890"/>
                    <a:gd name="connsiteX2" fmla="*/ 10357 w 285058"/>
                    <a:gd name="connsiteY2" fmla="*/ 139166 h 216890"/>
                    <a:gd name="connsiteX3" fmla="*/ 112084 w 285058"/>
                    <a:gd name="connsiteY3" fmla="*/ 101 h 216890"/>
                    <a:gd name="connsiteX4" fmla="*/ 69793 w 285058"/>
                    <a:gd name="connsiteY4" fmla="*/ 163550 h 216890"/>
                    <a:gd name="connsiteX5" fmla="*/ 161233 w 285058"/>
                    <a:gd name="connsiteY5" fmla="*/ 24866 h 216890"/>
                    <a:gd name="connsiteX6" fmla="*/ 129229 w 285058"/>
                    <a:gd name="connsiteY6" fmla="*/ 190982 h 216890"/>
                    <a:gd name="connsiteX7" fmla="*/ 215716 w 285058"/>
                    <a:gd name="connsiteY7" fmla="*/ 63728 h 216890"/>
                    <a:gd name="connsiteX8" fmla="*/ 210382 w 285058"/>
                    <a:gd name="connsiteY8" fmla="*/ 170027 h 216890"/>
                    <a:gd name="connsiteX9" fmla="*/ 285058 w 285058"/>
                    <a:gd name="connsiteY9" fmla="*/ 216890 h 216890"/>
                    <a:gd name="connsiteX0" fmla="*/ 5 w 328427"/>
                    <a:gd name="connsiteY0" fmla="*/ 1625 h 216890"/>
                    <a:gd name="connsiteX1" fmla="*/ 49917 w 328427"/>
                    <a:gd name="connsiteY1" fmla="*/ 7058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5 w 328427"/>
                    <a:gd name="connsiteY0" fmla="*/ 1625 h 216890"/>
                    <a:gd name="connsiteX1" fmla="*/ 65157 w 328427"/>
                    <a:gd name="connsiteY1" fmla="*/ 55346 h 216890"/>
                    <a:gd name="connsiteX2" fmla="*/ 53726 w 328427"/>
                    <a:gd name="connsiteY2" fmla="*/ 139166 h 216890"/>
                    <a:gd name="connsiteX3" fmla="*/ 155453 w 328427"/>
                    <a:gd name="connsiteY3" fmla="*/ 101 h 216890"/>
                    <a:gd name="connsiteX4" fmla="*/ 113162 w 328427"/>
                    <a:gd name="connsiteY4" fmla="*/ 163550 h 216890"/>
                    <a:gd name="connsiteX5" fmla="*/ 204602 w 328427"/>
                    <a:gd name="connsiteY5" fmla="*/ 24866 h 216890"/>
                    <a:gd name="connsiteX6" fmla="*/ 172598 w 328427"/>
                    <a:gd name="connsiteY6" fmla="*/ 190982 h 216890"/>
                    <a:gd name="connsiteX7" fmla="*/ 259085 w 328427"/>
                    <a:gd name="connsiteY7" fmla="*/ 63728 h 216890"/>
                    <a:gd name="connsiteX8" fmla="*/ 253751 w 328427"/>
                    <a:gd name="connsiteY8" fmla="*/ 170027 h 216890"/>
                    <a:gd name="connsiteX9" fmla="*/ 328427 w 328427"/>
                    <a:gd name="connsiteY9" fmla="*/ 216890 h 216890"/>
                    <a:gd name="connsiteX0" fmla="*/ 4 w 328426"/>
                    <a:gd name="connsiteY0" fmla="*/ 1625 h 216890"/>
                    <a:gd name="connsiteX1" fmla="*/ 82301 w 328426"/>
                    <a:gd name="connsiteY1" fmla="*/ 38201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4 w 328426"/>
                    <a:gd name="connsiteY0" fmla="*/ 1625 h 216890"/>
                    <a:gd name="connsiteX1" fmla="*/ 65156 w 328426"/>
                    <a:gd name="connsiteY1" fmla="*/ 36296 h 216890"/>
                    <a:gd name="connsiteX2" fmla="*/ 53725 w 328426"/>
                    <a:gd name="connsiteY2" fmla="*/ 139166 h 216890"/>
                    <a:gd name="connsiteX3" fmla="*/ 155452 w 328426"/>
                    <a:gd name="connsiteY3" fmla="*/ 101 h 216890"/>
                    <a:gd name="connsiteX4" fmla="*/ 113161 w 328426"/>
                    <a:gd name="connsiteY4" fmla="*/ 163550 h 216890"/>
                    <a:gd name="connsiteX5" fmla="*/ 204601 w 328426"/>
                    <a:gd name="connsiteY5" fmla="*/ 24866 h 216890"/>
                    <a:gd name="connsiteX6" fmla="*/ 172597 w 328426"/>
                    <a:gd name="connsiteY6" fmla="*/ 190982 h 216890"/>
                    <a:gd name="connsiteX7" fmla="*/ 259084 w 328426"/>
                    <a:gd name="connsiteY7" fmla="*/ 63728 h 216890"/>
                    <a:gd name="connsiteX8" fmla="*/ 253750 w 328426"/>
                    <a:gd name="connsiteY8" fmla="*/ 170027 h 216890"/>
                    <a:gd name="connsiteX9" fmla="*/ 328426 w 328426"/>
                    <a:gd name="connsiteY9" fmla="*/ 216890 h 216890"/>
                    <a:gd name="connsiteX0" fmla="*/ 3 w 341760"/>
                    <a:gd name="connsiteY0" fmla="*/ 0 h 220980"/>
                    <a:gd name="connsiteX1" fmla="*/ 78490 w 341760"/>
                    <a:gd name="connsiteY1" fmla="*/ 40386 h 220980"/>
                    <a:gd name="connsiteX2" fmla="*/ 67059 w 341760"/>
                    <a:gd name="connsiteY2" fmla="*/ 143256 h 220980"/>
                    <a:gd name="connsiteX3" fmla="*/ 168786 w 341760"/>
                    <a:gd name="connsiteY3" fmla="*/ 4191 h 220980"/>
                    <a:gd name="connsiteX4" fmla="*/ 126495 w 341760"/>
                    <a:gd name="connsiteY4" fmla="*/ 167640 h 220980"/>
                    <a:gd name="connsiteX5" fmla="*/ 217935 w 341760"/>
                    <a:gd name="connsiteY5" fmla="*/ 28956 h 220980"/>
                    <a:gd name="connsiteX6" fmla="*/ 185931 w 341760"/>
                    <a:gd name="connsiteY6" fmla="*/ 195072 h 220980"/>
                    <a:gd name="connsiteX7" fmla="*/ 272418 w 341760"/>
                    <a:gd name="connsiteY7" fmla="*/ 67818 h 220980"/>
                    <a:gd name="connsiteX8" fmla="*/ 267084 w 341760"/>
                    <a:gd name="connsiteY8" fmla="*/ 174117 h 220980"/>
                    <a:gd name="connsiteX9" fmla="*/ 341760 w 341760"/>
                    <a:gd name="connsiteY9" fmla="*/ 220980 h 220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1760" h="220980">
                      <a:moveTo>
                        <a:pt x="3" y="0"/>
                      </a:moveTo>
                      <a:cubicBezTo>
                        <a:pt x="-568" y="698"/>
                        <a:pt x="71441" y="31433"/>
                        <a:pt x="78490" y="40386"/>
                      </a:cubicBezTo>
                      <a:cubicBezTo>
                        <a:pt x="85539" y="49340"/>
                        <a:pt x="42485" y="158179"/>
                        <a:pt x="67059" y="143256"/>
                      </a:cubicBezTo>
                      <a:cubicBezTo>
                        <a:pt x="82807" y="120142"/>
                        <a:pt x="158880" y="127"/>
                        <a:pt x="168786" y="4191"/>
                      </a:cubicBezTo>
                      <a:cubicBezTo>
                        <a:pt x="178692" y="8255"/>
                        <a:pt x="118304" y="163513"/>
                        <a:pt x="126495" y="167640"/>
                      </a:cubicBezTo>
                      <a:cubicBezTo>
                        <a:pt x="134686" y="171767"/>
                        <a:pt x="208029" y="24384"/>
                        <a:pt x="217935" y="28956"/>
                      </a:cubicBezTo>
                      <a:cubicBezTo>
                        <a:pt x="227841" y="33528"/>
                        <a:pt x="176851" y="188595"/>
                        <a:pt x="185931" y="195072"/>
                      </a:cubicBezTo>
                      <a:cubicBezTo>
                        <a:pt x="195012" y="201549"/>
                        <a:pt x="258893" y="71310"/>
                        <a:pt x="272418" y="67818"/>
                      </a:cubicBezTo>
                      <a:cubicBezTo>
                        <a:pt x="285943" y="64326"/>
                        <a:pt x="255527" y="148590"/>
                        <a:pt x="267084" y="174117"/>
                      </a:cubicBezTo>
                      <a:cubicBezTo>
                        <a:pt x="278641" y="199644"/>
                        <a:pt x="323282" y="210757"/>
                        <a:pt x="341760" y="220980"/>
                      </a:cubicBezTo>
                    </a:path>
                  </a:pathLst>
                </a:custGeom>
                <a:noFill/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6" name="Pie 493">
                  <a:extLst>
                    <a:ext uri="{FF2B5EF4-FFF2-40B4-BE49-F238E27FC236}">
                      <a16:creationId xmlns:a16="http://schemas.microsoft.com/office/drawing/2014/main" id="{E87834B6-3D9E-494F-9A59-7AB08C1C9A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 flipH="1">
                  <a:off x="10400615" y="19523983"/>
                  <a:ext cx="1251081" cy="813324"/>
                </a:xfrm>
                <a:prstGeom prst="flowChartManualOperation">
                  <a:avLst/>
                </a:prstGeom>
                <a:solidFill>
                  <a:schemeClr val="tx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</a:rPr>
                    <a:t>795nm?</a:t>
                  </a:r>
                </a:p>
              </p:txBody>
            </p:sp>
          </p:grpSp>
          <p:cxnSp>
            <p:nvCxnSpPr>
              <p:cNvPr id="886" name="Straight Connector 885">
                <a:extLst>
                  <a:ext uri="{FF2B5EF4-FFF2-40B4-BE49-F238E27FC236}">
                    <a16:creationId xmlns:a16="http://schemas.microsoft.com/office/drawing/2014/main" id="{3DCB9AE8-B003-4396-9E8A-B4F7BBE796E6}"/>
                  </a:ext>
                </a:extLst>
              </p:cNvPr>
              <p:cNvCxnSpPr>
                <a:cxnSpLocks/>
                <a:stCxn id="896" idx="0"/>
              </p:cNvCxnSpPr>
              <p:nvPr/>
            </p:nvCxnSpPr>
            <p:spPr>
              <a:xfrm flipH="1" flipV="1">
                <a:off x="10855785" y="16663158"/>
                <a:ext cx="20706" cy="225239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7" name="Straight Connector 886">
                <a:extLst>
                  <a:ext uri="{FF2B5EF4-FFF2-40B4-BE49-F238E27FC236}">
                    <a16:creationId xmlns:a16="http://schemas.microsoft.com/office/drawing/2014/main" id="{11B02083-152F-40F4-B1BA-E1C0DE8E89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53549" y="16679876"/>
                <a:ext cx="2600291" cy="7569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8" name="Straight Connector 887">
                <a:extLst>
                  <a:ext uri="{FF2B5EF4-FFF2-40B4-BE49-F238E27FC236}">
                    <a16:creationId xmlns:a16="http://schemas.microsoft.com/office/drawing/2014/main" id="{471E8279-2BC2-46D8-9DF2-AFEEFA041E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367703" y="11168373"/>
                <a:ext cx="52965" cy="551907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" name="Straight Connector 888">
                <a:extLst>
                  <a:ext uri="{FF2B5EF4-FFF2-40B4-BE49-F238E27FC236}">
                    <a16:creationId xmlns:a16="http://schemas.microsoft.com/office/drawing/2014/main" id="{D55EAF53-E199-4E79-9BD2-A790E635EC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367701" y="11918524"/>
                <a:ext cx="1571332" cy="15435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0" name="Straight Connector 889">
                <a:extLst>
                  <a:ext uri="{FF2B5EF4-FFF2-40B4-BE49-F238E27FC236}">
                    <a16:creationId xmlns:a16="http://schemas.microsoft.com/office/drawing/2014/main" id="{42FC5F3E-951D-4C08-A1F2-F823E65E7A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341909" y="2136269"/>
                <a:ext cx="35433" cy="787413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1" name="Straight Connector 890">
                <a:extLst>
                  <a:ext uri="{FF2B5EF4-FFF2-40B4-BE49-F238E27FC236}">
                    <a16:creationId xmlns:a16="http://schemas.microsoft.com/office/drawing/2014/main" id="{752628E6-012E-4222-B4FD-D1225FAD62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10142" y="2142281"/>
                <a:ext cx="7530441" cy="2984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2" name="Straight Connector 891">
                <a:extLst>
                  <a:ext uri="{FF2B5EF4-FFF2-40B4-BE49-F238E27FC236}">
                    <a16:creationId xmlns:a16="http://schemas.microsoft.com/office/drawing/2014/main" id="{2F66BB85-E050-4D88-8E4C-620BE8F23B83}"/>
                  </a:ext>
                </a:extLst>
              </p:cNvPr>
              <p:cNvCxnSpPr>
                <a:cxnSpLocks/>
                <a:stCxn id="880" idx="0"/>
              </p:cNvCxnSpPr>
              <p:nvPr/>
            </p:nvCxnSpPr>
            <p:spPr>
              <a:xfrm flipH="1" flipV="1">
                <a:off x="13180346" y="1954807"/>
                <a:ext cx="187356" cy="8047062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3" name="Straight Connector 892">
                <a:extLst>
                  <a:ext uri="{FF2B5EF4-FFF2-40B4-BE49-F238E27FC236}">
                    <a16:creationId xmlns:a16="http://schemas.microsoft.com/office/drawing/2014/main" id="{A76CFE08-78AD-4AFD-A85A-EFC66AD4CB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9369" y="1912973"/>
                <a:ext cx="4000967" cy="48886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4" name="Straight Connector 893">
                <a:extLst>
                  <a:ext uri="{FF2B5EF4-FFF2-40B4-BE49-F238E27FC236}">
                    <a16:creationId xmlns:a16="http://schemas.microsoft.com/office/drawing/2014/main" id="{F9D608BB-8FB4-4659-AD70-B4A8C722E5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72835" y="11926144"/>
                <a:ext cx="9094865" cy="89338"/>
              </a:xfrm>
              <a:prstGeom prst="line">
                <a:avLst/>
              </a:prstGeom>
              <a:ln w="60325">
                <a:solidFill>
                  <a:srgbClr val="C00000">
                    <a:alpha val="40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9" name="TextBox 858">
              <a:extLst>
                <a:ext uri="{FF2B5EF4-FFF2-40B4-BE49-F238E27FC236}">
                  <a16:creationId xmlns:a16="http://schemas.microsoft.com/office/drawing/2014/main" id="{5C9AB8CE-C465-496C-BD6A-6BDA90D583A3}"/>
                </a:ext>
              </a:extLst>
            </p:cNvPr>
            <p:cNvSpPr txBox="1"/>
            <p:nvPr/>
          </p:nvSpPr>
          <p:spPr>
            <a:xfrm>
              <a:off x="4271209" y="744111"/>
              <a:ext cx="112875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/>
                <a:t>AOM 1</a:t>
              </a:r>
            </a:p>
          </p:txBody>
        </p:sp>
        <p:cxnSp>
          <p:nvCxnSpPr>
            <p:cNvPr id="860" name="Straight Connector 859">
              <a:extLst>
                <a:ext uri="{FF2B5EF4-FFF2-40B4-BE49-F238E27FC236}">
                  <a16:creationId xmlns:a16="http://schemas.microsoft.com/office/drawing/2014/main" id="{FDD37316-B5EF-4A2A-86BA-31D508A60003}"/>
                </a:ext>
              </a:extLst>
            </p:cNvPr>
            <p:cNvCxnSpPr>
              <a:cxnSpLocks/>
            </p:cNvCxnSpPr>
            <p:nvPr/>
          </p:nvCxnSpPr>
          <p:spPr>
            <a:xfrm rot="204879" flipH="1" flipV="1">
              <a:off x="9121049" y="1545686"/>
              <a:ext cx="39480" cy="572276"/>
            </a:xfrm>
            <a:prstGeom prst="line">
              <a:avLst/>
            </a:prstGeom>
            <a:ln w="57150" cmpd="thinThick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1" name="Group 860">
              <a:extLst>
                <a:ext uri="{FF2B5EF4-FFF2-40B4-BE49-F238E27FC236}">
                  <a16:creationId xmlns:a16="http://schemas.microsoft.com/office/drawing/2014/main" id="{B489EDE6-F778-4BB5-A507-955D7883A6B4}"/>
                </a:ext>
              </a:extLst>
            </p:cNvPr>
            <p:cNvGrpSpPr/>
            <p:nvPr/>
          </p:nvGrpSpPr>
          <p:grpSpPr>
            <a:xfrm rot="13677109">
              <a:off x="8751470" y="1673172"/>
              <a:ext cx="607742" cy="269064"/>
              <a:chOff x="7731840" y="14026689"/>
              <a:chExt cx="1351200" cy="463704"/>
            </a:xfrm>
          </p:grpSpPr>
          <p:cxnSp>
            <p:nvCxnSpPr>
              <p:cNvPr id="869" name="Straight Connector 868">
                <a:extLst>
                  <a:ext uri="{FF2B5EF4-FFF2-40B4-BE49-F238E27FC236}">
                    <a16:creationId xmlns:a16="http://schemas.microsoft.com/office/drawing/2014/main" id="{FB5E0C1B-2BEC-4202-A6AB-CB2E0E098B9B}"/>
                  </a:ext>
                </a:extLst>
              </p:cNvPr>
              <p:cNvCxnSpPr/>
              <p:nvPr/>
            </p:nvCxnSpPr>
            <p:spPr>
              <a:xfrm>
                <a:off x="7731840" y="14026689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0" name="Straight Connector 869">
                <a:extLst>
                  <a:ext uri="{FF2B5EF4-FFF2-40B4-BE49-F238E27FC236}">
                    <a16:creationId xmlns:a16="http://schemas.microsoft.com/office/drawing/2014/main" id="{BA0AA154-104C-4DE4-96B1-1F1E3D378D04}"/>
                  </a:ext>
                </a:extLst>
              </p:cNvPr>
              <p:cNvCxnSpPr/>
              <p:nvPr/>
            </p:nvCxnSpPr>
            <p:spPr>
              <a:xfrm>
                <a:off x="7915581" y="14148990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" name="Straight Connector 870">
                <a:extLst>
                  <a:ext uri="{FF2B5EF4-FFF2-40B4-BE49-F238E27FC236}">
                    <a16:creationId xmlns:a16="http://schemas.microsoft.com/office/drawing/2014/main" id="{4B85AA9E-F7EC-4B8B-A90B-9FE77D6D3FC0}"/>
                  </a:ext>
                </a:extLst>
              </p:cNvPr>
              <p:cNvCxnSpPr/>
              <p:nvPr/>
            </p:nvCxnSpPr>
            <p:spPr>
              <a:xfrm>
                <a:off x="8083400" y="14260405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2" name="Straight Connector 871">
                <a:extLst>
                  <a:ext uri="{FF2B5EF4-FFF2-40B4-BE49-F238E27FC236}">
                    <a16:creationId xmlns:a16="http://schemas.microsoft.com/office/drawing/2014/main" id="{6714B96E-BF59-487D-95AC-9EE1E2EC4B83}"/>
                  </a:ext>
                </a:extLst>
              </p:cNvPr>
              <p:cNvCxnSpPr/>
              <p:nvPr/>
            </p:nvCxnSpPr>
            <p:spPr>
              <a:xfrm>
                <a:off x="8232896" y="14370640"/>
                <a:ext cx="657328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3" name="Straight Connector 872">
                <a:extLst>
                  <a:ext uri="{FF2B5EF4-FFF2-40B4-BE49-F238E27FC236}">
                    <a16:creationId xmlns:a16="http://schemas.microsoft.com/office/drawing/2014/main" id="{4650EC60-2DDF-4C6E-A2B4-2993BFC28C48}"/>
                  </a:ext>
                </a:extLst>
              </p:cNvPr>
              <p:cNvCxnSpPr/>
              <p:nvPr/>
            </p:nvCxnSpPr>
            <p:spPr>
              <a:xfrm>
                <a:off x="8425711" y="14490393"/>
                <a:ext cx="657329" cy="0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17C4FAE1-B7C1-4DCE-B901-9100D72097C5}"/>
                </a:ext>
              </a:extLst>
            </p:cNvPr>
            <p:cNvCxnSpPr>
              <a:cxnSpLocks/>
            </p:cNvCxnSpPr>
            <p:nvPr/>
          </p:nvCxnSpPr>
          <p:spPr>
            <a:xfrm rot="204879" flipH="1" flipV="1">
              <a:off x="9125691" y="2109161"/>
              <a:ext cx="39480" cy="572276"/>
            </a:xfrm>
            <a:prstGeom prst="line">
              <a:avLst/>
            </a:prstGeom>
            <a:ln w="57150" cmpd="thinThick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3" name="Rounded Rectangle 539">
              <a:extLst>
                <a:ext uri="{FF2B5EF4-FFF2-40B4-BE49-F238E27FC236}">
                  <a16:creationId xmlns:a16="http://schemas.microsoft.com/office/drawing/2014/main" id="{8BA68A7A-6EA6-4032-8600-3339DC29D348}"/>
                </a:ext>
              </a:extLst>
            </p:cNvPr>
            <p:cNvSpPr/>
            <p:nvPr/>
          </p:nvSpPr>
          <p:spPr>
            <a:xfrm rot="5400000">
              <a:off x="14633388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864" name="Rounded Rectangle 540">
              <a:extLst>
                <a:ext uri="{FF2B5EF4-FFF2-40B4-BE49-F238E27FC236}">
                  <a16:creationId xmlns:a16="http://schemas.microsoft.com/office/drawing/2014/main" id="{40605470-F414-4690-9877-F183CA574882}"/>
                </a:ext>
              </a:extLst>
            </p:cNvPr>
            <p:cNvSpPr/>
            <p:nvPr/>
          </p:nvSpPr>
          <p:spPr>
            <a:xfrm rot="5400000">
              <a:off x="14819520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865" name="Rounded Rectangle 541">
              <a:extLst>
                <a:ext uri="{FF2B5EF4-FFF2-40B4-BE49-F238E27FC236}">
                  <a16:creationId xmlns:a16="http://schemas.microsoft.com/office/drawing/2014/main" id="{9E8C75DB-7510-40C3-BB1A-5D8454F2A395}"/>
                </a:ext>
              </a:extLst>
            </p:cNvPr>
            <p:cNvSpPr/>
            <p:nvPr/>
          </p:nvSpPr>
          <p:spPr>
            <a:xfrm rot="5400000">
              <a:off x="15021454" y="11809589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866" name="Rounded Rectangle 539">
              <a:extLst>
                <a:ext uri="{FF2B5EF4-FFF2-40B4-BE49-F238E27FC236}">
                  <a16:creationId xmlns:a16="http://schemas.microsoft.com/office/drawing/2014/main" id="{EF0153B5-6802-4427-993D-E3AE17D28244}"/>
                </a:ext>
              </a:extLst>
            </p:cNvPr>
            <p:cNvSpPr/>
            <p:nvPr/>
          </p:nvSpPr>
          <p:spPr>
            <a:xfrm rot="5400000">
              <a:off x="5112730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867" name="Rounded Rectangle 540">
              <a:extLst>
                <a:ext uri="{FF2B5EF4-FFF2-40B4-BE49-F238E27FC236}">
                  <a16:creationId xmlns:a16="http://schemas.microsoft.com/office/drawing/2014/main" id="{931F28BC-F1E1-4489-AD63-52144968F112}"/>
                </a:ext>
              </a:extLst>
            </p:cNvPr>
            <p:cNvSpPr/>
            <p:nvPr/>
          </p:nvSpPr>
          <p:spPr>
            <a:xfrm rot="5400000">
              <a:off x="5298862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868" name="Rounded Rectangle 541">
              <a:extLst>
                <a:ext uri="{FF2B5EF4-FFF2-40B4-BE49-F238E27FC236}">
                  <a16:creationId xmlns:a16="http://schemas.microsoft.com/office/drawing/2014/main" id="{268A75A2-BCB8-4EB4-906E-A039530DD928}"/>
                </a:ext>
              </a:extLst>
            </p:cNvPr>
            <p:cNvSpPr/>
            <p:nvPr/>
          </p:nvSpPr>
          <p:spPr>
            <a:xfrm rot="5400000">
              <a:off x="5500796" y="2140703"/>
              <a:ext cx="826893" cy="18518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cxnSp>
        <p:nvCxnSpPr>
          <p:cNvPr id="933" name="Straight Arrow Connector 932">
            <a:extLst>
              <a:ext uri="{FF2B5EF4-FFF2-40B4-BE49-F238E27FC236}">
                <a16:creationId xmlns:a16="http://schemas.microsoft.com/office/drawing/2014/main" id="{C109474A-F967-4588-8AC9-01927EC522D0}"/>
              </a:ext>
            </a:extLst>
          </p:cNvPr>
          <p:cNvCxnSpPr/>
          <p:nvPr/>
        </p:nvCxnSpPr>
        <p:spPr>
          <a:xfrm flipH="1">
            <a:off x="14708444" y="24320543"/>
            <a:ext cx="177068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4" name="TextBox 933">
            <a:extLst>
              <a:ext uri="{FF2B5EF4-FFF2-40B4-BE49-F238E27FC236}">
                <a16:creationId xmlns:a16="http://schemas.microsoft.com/office/drawing/2014/main" id="{BBDE60C1-0321-4747-8155-AAA3BC783366}"/>
              </a:ext>
            </a:extLst>
          </p:cNvPr>
          <p:cNvSpPr txBox="1"/>
          <p:nvPr/>
        </p:nvSpPr>
        <p:spPr>
          <a:xfrm>
            <a:off x="14630400" y="24508045"/>
            <a:ext cx="169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Experiment #2</a:t>
            </a:r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B9779C40-6B25-4CE6-AFDD-277BDF0DB6E1}"/>
              </a:ext>
            </a:extLst>
          </p:cNvPr>
          <p:cNvSpPr txBox="1"/>
          <p:nvPr/>
        </p:nvSpPr>
        <p:spPr>
          <a:xfrm>
            <a:off x="23338442" y="27615330"/>
            <a:ext cx="169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Experiment #1</a:t>
            </a:r>
          </a:p>
        </p:txBody>
      </p:sp>
      <p:cxnSp>
        <p:nvCxnSpPr>
          <p:cNvPr id="936" name="Straight Arrow Connector 935">
            <a:extLst>
              <a:ext uri="{FF2B5EF4-FFF2-40B4-BE49-F238E27FC236}">
                <a16:creationId xmlns:a16="http://schemas.microsoft.com/office/drawing/2014/main" id="{F79807AE-501E-4C9F-92AD-D7C2C7B00C8F}"/>
              </a:ext>
            </a:extLst>
          </p:cNvPr>
          <p:cNvCxnSpPr>
            <a:cxnSpLocks/>
          </p:cNvCxnSpPr>
          <p:nvPr/>
        </p:nvCxnSpPr>
        <p:spPr>
          <a:xfrm>
            <a:off x="24143399" y="26591477"/>
            <a:ext cx="42149" cy="102385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281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61404</TotalTime>
  <Words>350</Words>
  <Application>Microsoft Office PowerPoint</Application>
  <PresentationFormat>Custom</PresentationFormat>
  <Paragraphs>160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AOM 1</vt:lpstr>
      <vt:lpstr>PowerPoint Presentation</vt:lpstr>
      <vt:lpstr>PowerPoint Presentation</vt:lpstr>
      <vt:lpstr>Mixer</vt:lpstr>
      <vt:lpstr>PowerPoint Presentation</vt:lpstr>
      <vt:lpstr>PowerPoint Presentation</vt:lpstr>
      <vt:lpstr>L1</vt:lpstr>
      <vt:lpstr>PowerPoint Presentation</vt:lpstr>
      <vt:lpstr>PowerPoint Presentation</vt:lpstr>
      <vt:lpstr>System</vt:lpstr>
      <vt:lpstr>PowerPoint Presentation</vt:lpstr>
    </vt:vector>
  </TitlesOfParts>
  <Company>WIS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Inbar Shani</dc:creator>
  <cp:lastModifiedBy>lab164</cp:lastModifiedBy>
  <cp:revision>84</cp:revision>
  <cp:lastPrinted>2024-09-02T08:19:29Z</cp:lastPrinted>
  <dcterms:created xsi:type="dcterms:W3CDTF">2023-01-04T07:46:03Z</dcterms:created>
  <dcterms:modified xsi:type="dcterms:W3CDTF">2025-10-30T09:14:03Z</dcterms:modified>
</cp:coreProperties>
</file>