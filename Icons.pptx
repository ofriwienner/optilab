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4427F-4A3B-D8D0-AF6F-5CE435382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53284-9FF0-5882-DFE5-212F11CA6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F2D66-183D-120B-CF57-86391E56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27439-7B0B-C2D1-D267-BA0C02DD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9A8A7-CE60-564C-0C61-72499E19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029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2F3E-A000-2D30-2A5F-BA8C9467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3FB64-1B77-A53F-51B6-318F78D8C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86E8A-1DAF-3B42-E97D-6C2CFF3F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0E0D4-7E9B-C63E-6347-BDFE1E09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D82DE-7A00-E2A9-30F6-7FA0A376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094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A838-D190-489A-34C8-5CDE37F8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30CF7-8D11-C89E-730F-D3226B9FC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EC17-43D3-975B-1F89-22785088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B14D3-9897-10F9-D01E-10D51474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16B3-6B03-71E8-6825-5116EA8C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999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9733-15DA-37CF-E1FC-805798CA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36600-C036-BC70-38B4-D21FE54AE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98D6A-EDD7-1108-4339-2334902E6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28F48-DF98-B401-F32F-B3D52A387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E44A9-FA44-EFAE-4CBC-5AFD3635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52491-EA86-5843-9196-2F1909DC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211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A7C6-16B0-6C3E-E10B-284DB007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81229-9807-7739-3F6B-BEF795905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5E08B-C43E-CFE9-7C70-8DBC19B25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EF8F0-82DA-9A50-E905-80F52C6AF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E1110-80C7-10F5-6C0D-9AC221851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BCEC5-5860-412A-96DB-14C78E26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AF0159-96C0-4FB6-9E17-1E69B7D91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87AD6-698B-E1EE-23B1-96208DFA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91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CB87-A51C-8ED4-BE35-1D506747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20BA8-1A47-B2F3-70B2-5386398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7D682-D719-8F30-1AEB-16122AA0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0D8CE-D550-E35A-2DD6-66D68CB3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9148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C9344-1132-0645-B553-64998798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F8898-48D7-86DC-0969-86FC421B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68067-D458-2544-772B-B9273A18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670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81FB-0BAD-B1D5-7661-3ED4D535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5C6DD-4EC5-8EDE-01C2-6CED7D684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33A6C-055C-A8A0-9188-25AD669A3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E7DC2-46FF-61D1-9909-77CAEEA9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E688E-6A93-24A8-3176-5BE66ADD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7B27E-CD26-A8A0-B932-AEBA9893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378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B582-3C85-8FD3-9B11-32E66B73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6E417-E475-6489-3958-7E24D3393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8A1AD-6B3A-80D2-92DE-A55977F9E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92933-47C8-C886-3CAA-628011D0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431C5-F976-4E7D-B638-5A51DB63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8F6DC-7FD4-F9F8-A20F-CCB89878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681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CDB6-397F-F3FE-A9BD-8769E4E1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37064-F99B-12A1-EEA8-E6107B393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1B0DF-46FA-A4CA-FFFE-7D7FBBC63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BB6DE-F8AF-B54C-DCA2-7FAC1825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BD120-D9AA-9FB5-F0C4-A336EE5A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785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E113B5-9A07-5602-C3DE-3D3BBF06A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D8721-855B-B384-D8D5-A0CEABBB7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4F82-87DF-E457-9786-208CAE059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854FA-B2CD-E7D5-669E-0704D12D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45E1D-0126-888C-CD42-06C2B785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586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F883C-AA70-E2CD-ED40-25A9ACC96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C7E77-7FA4-06AA-46F9-14BD18B7D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E4129-5CB7-7174-8EB1-35D336885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53C5D-BF99-D347-A6CD-26F605B8439F}" type="datetimeFigureOut">
              <a:rPr lang="en-IL" smtClean="0"/>
              <a:t>04/12/2025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3ED75-C938-ABB5-2FA8-A77DDF52D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167B-90ED-8811-9003-214940E7D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EF995-8FA7-9F4C-B180-C3C3EC18EA4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617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D81BA9-CDA2-68A0-5C3E-FB69D192A4C2}"/>
              </a:ext>
            </a:extLst>
          </p:cNvPr>
          <p:cNvSpPr/>
          <p:nvPr/>
        </p:nvSpPr>
        <p:spPr>
          <a:xfrm>
            <a:off x="2711303" y="1748625"/>
            <a:ext cx="3546389" cy="2965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76A08B-5EA2-DF66-EA15-610F2C72CB84}"/>
              </a:ext>
            </a:extLst>
          </p:cNvPr>
          <p:cNvSpPr/>
          <p:nvPr/>
        </p:nvSpPr>
        <p:spPr>
          <a:xfrm>
            <a:off x="2711304" y="2056968"/>
            <a:ext cx="1773610" cy="911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7E17E-43FD-9020-3898-0E1FDE67BF8B}"/>
              </a:ext>
            </a:extLst>
          </p:cNvPr>
          <p:cNvSpPr/>
          <p:nvPr/>
        </p:nvSpPr>
        <p:spPr>
          <a:xfrm>
            <a:off x="4484082" y="2056968"/>
            <a:ext cx="1773610" cy="9114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C60DE8-B087-91FC-A244-7529D4E64EB0}"/>
              </a:ext>
            </a:extLst>
          </p:cNvPr>
          <p:cNvSpPr/>
          <p:nvPr/>
        </p:nvSpPr>
        <p:spPr>
          <a:xfrm>
            <a:off x="2841932" y="529425"/>
            <a:ext cx="3546389" cy="2965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4C1F49-CA17-80C9-2175-3D254375AA1B}"/>
              </a:ext>
            </a:extLst>
          </p:cNvPr>
          <p:cNvSpPr/>
          <p:nvPr/>
        </p:nvSpPr>
        <p:spPr>
          <a:xfrm>
            <a:off x="2841933" y="837768"/>
            <a:ext cx="1773610" cy="911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2D6C38-C2D3-5644-A135-B84D9D75C0E4}"/>
              </a:ext>
            </a:extLst>
          </p:cNvPr>
          <p:cNvSpPr/>
          <p:nvPr/>
        </p:nvSpPr>
        <p:spPr>
          <a:xfrm>
            <a:off x="4614711" y="837768"/>
            <a:ext cx="1773610" cy="9114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F67D82-3402-BAEB-3179-07A1492EE120}"/>
              </a:ext>
            </a:extLst>
          </p:cNvPr>
          <p:cNvSpPr/>
          <p:nvPr/>
        </p:nvSpPr>
        <p:spPr>
          <a:xfrm>
            <a:off x="2841932" y="2967825"/>
            <a:ext cx="3546389" cy="2965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41CDFE-E198-3E2D-A8C9-3AEED1611A06}"/>
              </a:ext>
            </a:extLst>
          </p:cNvPr>
          <p:cNvSpPr/>
          <p:nvPr/>
        </p:nvSpPr>
        <p:spPr>
          <a:xfrm>
            <a:off x="2841932" y="3276168"/>
            <a:ext cx="3546389" cy="1528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002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Ofri Wienner</dc:creator>
  <cp:lastModifiedBy>Ofri Wienner</cp:lastModifiedBy>
  <cp:revision>2</cp:revision>
  <dcterms:created xsi:type="dcterms:W3CDTF">2025-11-22T10:19:19Z</dcterms:created>
  <dcterms:modified xsi:type="dcterms:W3CDTF">2025-12-06T17:27:30Z</dcterms:modified>
</cp:coreProperties>
</file>